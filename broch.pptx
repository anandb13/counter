
<file path=[Content_Types].xml><?xml version="1.0" encoding="utf-8"?>
<Types xmlns="http://schemas.openxmlformats.org/package/2006/content-types">
  <Default Extension="jpeg" ContentType="image/jpeg"/>
  <Default Extension="jpg" ContentType="image/jp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0"/>
  </p:notes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79" d="100"/>
          <a:sy n="79" d="100"/>
        </p:scale>
        <p:origin x="1411" y="1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93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5010" y="0"/>
            <a:ext cx="2971800" cy="459317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43AFE1A-319C-458A-8F9D-0AE3D0A7B5B9}" type="datetimeFigureOut">
              <a:rPr lang="en-IN" smtClean="0"/>
              <a:t>03-11-2025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200150" y="1143000"/>
            <a:ext cx="44577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2"/>
            <a:ext cx="5486400" cy="3600449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4685"/>
            <a:ext cx="2971800" cy="459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5010" y="8684685"/>
            <a:ext cx="2971800" cy="459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DC55CC-66AE-41BF-83ED-8B05B95A572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82591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71475" y="1420283"/>
            <a:ext cx="4210050" cy="980017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42950" y="2590800"/>
            <a:ext cx="3467100" cy="11684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24766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49533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74299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99066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23832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1485991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17336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198132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50001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89553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1253" y="2937934"/>
            <a:ext cx="4210050" cy="908050"/>
          </a:xfrm>
        </p:spPr>
        <p:txBody>
          <a:bodyPr anchor="t"/>
          <a:lstStyle>
            <a:lvl1pPr algn="l">
              <a:defRPr sz="2167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1253" y="1937809"/>
            <a:ext cx="4210050" cy="1000125"/>
          </a:xfrm>
        </p:spPr>
        <p:txBody>
          <a:bodyPr anchor="b"/>
          <a:lstStyle>
            <a:lvl1pPr marL="0" indent="0">
              <a:buNone/>
              <a:defRPr sz="1083">
                <a:solidFill>
                  <a:schemeClr val="tx1">
                    <a:tint val="75000"/>
                  </a:schemeClr>
                </a:solidFill>
              </a:defRPr>
            </a:lvl1pPr>
            <a:lvl2pPr marL="247665" indent="0">
              <a:buNone/>
              <a:defRPr sz="975">
                <a:solidFill>
                  <a:schemeClr val="tx1">
                    <a:tint val="75000"/>
                  </a:schemeClr>
                </a:solidFill>
              </a:defRPr>
            </a:lvl2pPr>
            <a:lvl3pPr marL="495330" indent="0">
              <a:buNone/>
              <a:defRPr sz="867">
                <a:solidFill>
                  <a:schemeClr val="tx1">
                    <a:tint val="75000"/>
                  </a:schemeClr>
                </a:solidFill>
              </a:defRPr>
            </a:lvl3pPr>
            <a:lvl4pPr marL="742996" indent="0">
              <a:buNone/>
              <a:defRPr sz="758">
                <a:solidFill>
                  <a:schemeClr val="tx1">
                    <a:tint val="75000"/>
                  </a:schemeClr>
                </a:solidFill>
              </a:defRPr>
            </a:lvl4pPr>
            <a:lvl5pPr marL="990661" indent="0">
              <a:buNone/>
              <a:defRPr sz="758">
                <a:solidFill>
                  <a:schemeClr val="tx1">
                    <a:tint val="75000"/>
                  </a:schemeClr>
                </a:solidFill>
              </a:defRPr>
            </a:lvl5pPr>
            <a:lvl6pPr marL="1238326" indent="0">
              <a:buNone/>
              <a:defRPr sz="758">
                <a:solidFill>
                  <a:schemeClr val="tx1">
                    <a:tint val="75000"/>
                  </a:schemeClr>
                </a:solidFill>
              </a:defRPr>
            </a:lvl6pPr>
            <a:lvl7pPr marL="1485991" indent="0">
              <a:buNone/>
              <a:defRPr sz="758">
                <a:solidFill>
                  <a:schemeClr val="tx1">
                    <a:tint val="75000"/>
                  </a:schemeClr>
                </a:solidFill>
              </a:defRPr>
            </a:lvl7pPr>
            <a:lvl8pPr marL="1733657" indent="0">
              <a:buNone/>
              <a:defRPr sz="758">
                <a:solidFill>
                  <a:schemeClr val="tx1">
                    <a:tint val="75000"/>
                  </a:schemeClr>
                </a:solidFill>
              </a:defRPr>
            </a:lvl8pPr>
            <a:lvl9pPr marL="1981322" indent="0">
              <a:buNone/>
              <a:defRPr sz="758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58991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47650" y="1066800"/>
            <a:ext cx="2187575" cy="3017309"/>
          </a:xfrm>
        </p:spPr>
        <p:txBody>
          <a:bodyPr/>
          <a:lstStyle>
            <a:lvl1pPr>
              <a:defRPr sz="1517"/>
            </a:lvl1pPr>
            <a:lvl2pPr>
              <a:defRPr sz="1300"/>
            </a:lvl2pPr>
            <a:lvl3pPr>
              <a:defRPr sz="1083"/>
            </a:lvl3pPr>
            <a:lvl4pPr>
              <a:defRPr sz="975"/>
            </a:lvl4pPr>
            <a:lvl5pPr>
              <a:defRPr sz="975"/>
            </a:lvl5pPr>
            <a:lvl6pPr>
              <a:defRPr sz="975"/>
            </a:lvl6pPr>
            <a:lvl7pPr>
              <a:defRPr sz="975"/>
            </a:lvl7pPr>
            <a:lvl8pPr>
              <a:defRPr sz="975"/>
            </a:lvl8pPr>
            <a:lvl9pPr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17775" y="1066800"/>
            <a:ext cx="2187575" cy="3017309"/>
          </a:xfrm>
        </p:spPr>
        <p:txBody>
          <a:bodyPr/>
          <a:lstStyle>
            <a:lvl1pPr>
              <a:defRPr sz="1517"/>
            </a:lvl1pPr>
            <a:lvl2pPr>
              <a:defRPr sz="1300"/>
            </a:lvl2pPr>
            <a:lvl3pPr>
              <a:defRPr sz="1083"/>
            </a:lvl3pPr>
            <a:lvl4pPr>
              <a:defRPr sz="975"/>
            </a:lvl4pPr>
            <a:lvl5pPr>
              <a:defRPr sz="975"/>
            </a:lvl5pPr>
            <a:lvl6pPr>
              <a:defRPr sz="975"/>
            </a:lvl6pPr>
            <a:lvl7pPr>
              <a:defRPr sz="975"/>
            </a:lvl7pPr>
            <a:lvl8pPr>
              <a:defRPr sz="975"/>
            </a:lvl8pPr>
            <a:lvl9pPr>
              <a:defRPr sz="975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9388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650" y="1023409"/>
            <a:ext cx="2188435" cy="426508"/>
          </a:xfrm>
        </p:spPr>
        <p:txBody>
          <a:bodyPr anchor="b"/>
          <a:lstStyle>
            <a:lvl1pPr marL="0" indent="0">
              <a:buNone/>
              <a:defRPr sz="1300" b="1"/>
            </a:lvl1pPr>
            <a:lvl2pPr marL="247665" indent="0">
              <a:buNone/>
              <a:defRPr sz="1083" b="1"/>
            </a:lvl2pPr>
            <a:lvl3pPr marL="495330" indent="0">
              <a:buNone/>
              <a:defRPr sz="975" b="1"/>
            </a:lvl3pPr>
            <a:lvl4pPr marL="742996" indent="0">
              <a:buNone/>
              <a:defRPr sz="867" b="1"/>
            </a:lvl4pPr>
            <a:lvl5pPr marL="990661" indent="0">
              <a:buNone/>
              <a:defRPr sz="867" b="1"/>
            </a:lvl5pPr>
            <a:lvl6pPr marL="1238326" indent="0">
              <a:buNone/>
              <a:defRPr sz="867" b="1"/>
            </a:lvl6pPr>
            <a:lvl7pPr marL="1485991" indent="0">
              <a:buNone/>
              <a:defRPr sz="867" b="1"/>
            </a:lvl7pPr>
            <a:lvl8pPr marL="1733657" indent="0">
              <a:buNone/>
              <a:defRPr sz="867" b="1"/>
            </a:lvl8pPr>
            <a:lvl9pPr marL="1981322" indent="0">
              <a:buNone/>
              <a:defRPr sz="8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47650" y="1449917"/>
            <a:ext cx="2188435" cy="2634192"/>
          </a:xfrm>
        </p:spPr>
        <p:txBody>
          <a:bodyPr/>
          <a:lstStyle>
            <a:lvl1pPr>
              <a:defRPr sz="1300"/>
            </a:lvl1pPr>
            <a:lvl2pPr>
              <a:defRPr sz="1083"/>
            </a:lvl2pPr>
            <a:lvl3pPr>
              <a:defRPr sz="975"/>
            </a:lvl3pPr>
            <a:lvl4pPr>
              <a:defRPr sz="867"/>
            </a:lvl4pPr>
            <a:lvl5pPr>
              <a:defRPr sz="867"/>
            </a:lvl5pPr>
            <a:lvl6pPr>
              <a:defRPr sz="867"/>
            </a:lvl6pPr>
            <a:lvl7pPr>
              <a:defRPr sz="867"/>
            </a:lvl7pPr>
            <a:lvl8pPr>
              <a:defRPr sz="867"/>
            </a:lvl8pPr>
            <a:lvl9pPr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516055" y="1023409"/>
            <a:ext cx="2189295" cy="426508"/>
          </a:xfrm>
        </p:spPr>
        <p:txBody>
          <a:bodyPr anchor="b"/>
          <a:lstStyle>
            <a:lvl1pPr marL="0" indent="0">
              <a:buNone/>
              <a:defRPr sz="1300" b="1"/>
            </a:lvl1pPr>
            <a:lvl2pPr marL="247665" indent="0">
              <a:buNone/>
              <a:defRPr sz="1083" b="1"/>
            </a:lvl2pPr>
            <a:lvl3pPr marL="495330" indent="0">
              <a:buNone/>
              <a:defRPr sz="975" b="1"/>
            </a:lvl3pPr>
            <a:lvl4pPr marL="742996" indent="0">
              <a:buNone/>
              <a:defRPr sz="867" b="1"/>
            </a:lvl4pPr>
            <a:lvl5pPr marL="990661" indent="0">
              <a:buNone/>
              <a:defRPr sz="867" b="1"/>
            </a:lvl5pPr>
            <a:lvl6pPr marL="1238326" indent="0">
              <a:buNone/>
              <a:defRPr sz="867" b="1"/>
            </a:lvl6pPr>
            <a:lvl7pPr marL="1485991" indent="0">
              <a:buNone/>
              <a:defRPr sz="867" b="1"/>
            </a:lvl7pPr>
            <a:lvl8pPr marL="1733657" indent="0">
              <a:buNone/>
              <a:defRPr sz="867" b="1"/>
            </a:lvl8pPr>
            <a:lvl9pPr marL="1981322" indent="0">
              <a:buNone/>
              <a:defRPr sz="867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2516055" y="1449917"/>
            <a:ext cx="2189295" cy="2634192"/>
          </a:xfrm>
        </p:spPr>
        <p:txBody>
          <a:bodyPr/>
          <a:lstStyle>
            <a:lvl1pPr>
              <a:defRPr sz="1300"/>
            </a:lvl1pPr>
            <a:lvl2pPr>
              <a:defRPr sz="1083"/>
            </a:lvl2pPr>
            <a:lvl3pPr>
              <a:defRPr sz="975"/>
            </a:lvl3pPr>
            <a:lvl4pPr>
              <a:defRPr sz="867"/>
            </a:lvl4pPr>
            <a:lvl5pPr>
              <a:defRPr sz="867"/>
            </a:lvl5pPr>
            <a:lvl6pPr>
              <a:defRPr sz="867"/>
            </a:lvl6pPr>
            <a:lvl7pPr>
              <a:defRPr sz="867"/>
            </a:lvl7pPr>
            <a:lvl8pPr>
              <a:defRPr sz="867"/>
            </a:lvl8pPr>
            <a:lvl9pPr>
              <a:defRPr sz="867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41297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1701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25804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47650" y="182033"/>
            <a:ext cx="1629503" cy="774700"/>
          </a:xfrm>
        </p:spPr>
        <p:txBody>
          <a:bodyPr anchor="b"/>
          <a:lstStyle>
            <a:lvl1pPr algn="l">
              <a:defRPr sz="108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36485" y="182034"/>
            <a:ext cx="2768865" cy="3902075"/>
          </a:xfrm>
        </p:spPr>
        <p:txBody>
          <a:bodyPr/>
          <a:lstStyle>
            <a:lvl1pPr>
              <a:defRPr sz="1733"/>
            </a:lvl1pPr>
            <a:lvl2pPr>
              <a:defRPr sz="1517"/>
            </a:lvl2pPr>
            <a:lvl3pPr>
              <a:defRPr sz="1300"/>
            </a:lvl3pPr>
            <a:lvl4pPr>
              <a:defRPr sz="1083"/>
            </a:lvl4pPr>
            <a:lvl5pPr>
              <a:defRPr sz="1083"/>
            </a:lvl5pPr>
            <a:lvl6pPr>
              <a:defRPr sz="1083"/>
            </a:lvl6pPr>
            <a:lvl7pPr>
              <a:defRPr sz="1083"/>
            </a:lvl7pPr>
            <a:lvl8pPr>
              <a:defRPr sz="1083"/>
            </a:lvl8pPr>
            <a:lvl9pPr>
              <a:defRPr sz="1083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47650" y="956734"/>
            <a:ext cx="1629503" cy="3127375"/>
          </a:xfrm>
        </p:spPr>
        <p:txBody>
          <a:bodyPr/>
          <a:lstStyle>
            <a:lvl1pPr marL="0" indent="0">
              <a:buNone/>
              <a:defRPr sz="758"/>
            </a:lvl1pPr>
            <a:lvl2pPr marL="247665" indent="0">
              <a:buNone/>
              <a:defRPr sz="650"/>
            </a:lvl2pPr>
            <a:lvl3pPr marL="495330" indent="0">
              <a:buNone/>
              <a:defRPr sz="542"/>
            </a:lvl3pPr>
            <a:lvl4pPr marL="742996" indent="0">
              <a:buNone/>
              <a:defRPr sz="488"/>
            </a:lvl4pPr>
            <a:lvl5pPr marL="990661" indent="0">
              <a:buNone/>
              <a:defRPr sz="488"/>
            </a:lvl5pPr>
            <a:lvl6pPr marL="1238326" indent="0">
              <a:buNone/>
              <a:defRPr sz="488"/>
            </a:lvl6pPr>
            <a:lvl7pPr marL="1485991" indent="0">
              <a:buNone/>
              <a:defRPr sz="488"/>
            </a:lvl7pPr>
            <a:lvl8pPr marL="1733657" indent="0">
              <a:buNone/>
              <a:defRPr sz="488"/>
            </a:lvl8pPr>
            <a:lvl9pPr marL="1981322" indent="0">
              <a:buNone/>
              <a:defRPr sz="4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850796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0823" y="3200400"/>
            <a:ext cx="2971800" cy="377825"/>
          </a:xfrm>
        </p:spPr>
        <p:txBody>
          <a:bodyPr anchor="b"/>
          <a:lstStyle>
            <a:lvl1pPr algn="l">
              <a:defRPr sz="1083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970823" y="408517"/>
            <a:ext cx="2971800" cy="2743200"/>
          </a:xfrm>
        </p:spPr>
        <p:txBody>
          <a:bodyPr/>
          <a:lstStyle>
            <a:lvl1pPr marL="0" indent="0">
              <a:buNone/>
              <a:defRPr sz="1733"/>
            </a:lvl1pPr>
            <a:lvl2pPr marL="247665" indent="0">
              <a:buNone/>
              <a:defRPr sz="1517"/>
            </a:lvl2pPr>
            <a:lvl3pPr marL="495330" indent="0">
              <a:buNone/>
              <a:defRPr sz="1300"/>
            </a:lvl3pPr>
            <a:lvl4pPr marL="742996" indent="0">
              <a:buNone/>
              <a:defRPr sz="1083"/>
            </a:lvl4pPr>
            <a:lvl5pPr marL="990661" indent="0">
              <a:buNone/>
              <a:defRPr sz="1083"/>
            </a:lvl5pPr>
            <a:lvl6pPr marL="1238326" indent="0">
              <a:buNone/>
              <a:defRPr sz="1083"/>
            </a:lvl6pPr>
            <a:lvl7pPr marL="1485991" indent="0">
              <a:buNone/>
              <a:defRPr sz="1083"/>
            </a:lvl7pPr>
            <a:lvl8pPr marL="1733657" indent="0">
              <a:buNone/>
              <a:defRPr sz="1083"/>
            </a:lvl8pPr>
            <a:lvl9pPr marL="1981322" indent="0">
              <a:buNone/>
              <a:defRPr sz="1083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70823" y="3578225"/>
            <a:ext cx="2971800" cy="536575"/>
          </a:xfrm>
        </p:spPr>
        <p:txBody>
          <a:bodyPr/>
          <a:lstStyle>
            <a:lvl1pPr marL="0" indent="0">
              <a:buNone/>
              <a:defRPr sz="758"/>
            </a:lvl1pPr>
            <a:lvl2pPr marL="247665" indent="0">
              <a:buNone/>
              <a:defRPr sz="650"/>
            </a:lvl2pPr>
            <a:lvl3pPr marL="495330" indent="0">
              <a:buNone/>
              <a:defRPr sz="542"/>
            </a:lvl3pPr>
            <a:lvl4pPr marL="742996" indent="0">
              <a:buNone/>
              <a:defRPr sz="488"/>
            </a:lvl4pPr>
            <a:lvl5pPr marL="990661" indent="0">
              <a:buNone/>
              <a:defRPr sz="488"/>
            </a:lvl5pPr>
            <a:lvl6pPr marL="1238326" indent="0">
              <a:buNone/>
              <a:defRPr sz="488"/>
            </a:lvl6pPr>
            <a:lvl7pPr marL="1485991" indent="0">
              <a:buNone/>
              <a:defRPr sz="488"/>
            </a:lvl7pPr>
            <a:lvl8pPr marL="1733657" indent="0">
              <a:buNone/>
              <a:defRPr sz="488"/>
            </a:lvl8pPr>
            <a:lvl9pPr marL="1981322" indent="0">
              <a:buNone/>
              <a:defRPr sz="488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6944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939986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590925" y="183092"/>
            <a:ext cx="1114425" cy="3901017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47650" y="183092"/>
            <a:ext cx="3260725" cy="390101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638124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275" b="0" i="0">
                <a:solidFill>
                  <a:srgbClr val="007CC5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95300" y="1577340"/>
            <a:ext cx="4309110" cy="2666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5101590" y="1577340"/>
            <a:ext cx="4309110" cy="26667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758" b="0" i="0">
                <a:solidFill>
                  <a:srgbClr val="404040"/>
                </a:solidFill>
                <a:latin typeface="Calibri"/>
                <a:cs typeface="Calibri"/>
              </a:defRPr>
            </a:lvl1pPr>
          </a:lstStyle>
          <a:p>
            <a:pPr marL="41274">
              <a:spcBef>
                <a:spcPts val="114"/>
              </a:spcBef>
            </a:pPr>
            <a:fld id="{81D60167-4931-47E6-BA6A-407CBD079E47}" type="slidenum">
              <a:rPr lang="en-IN" sz="704" spc="27" smtClean="0">
                <a:solidFill>
                  <a:srgbClr val="252525"/>
                </a:solidFill>
              </a:rPr>
              <a:pPr marL="41274">
                <a:spcBef>
                  <a:spcPts val="114"/>
                </a:spcBef>
              </a:pPr>
              <a:t>‹#›</a:t>
            </a:fld>
            <a:endParaRPr lang="en-IN" sz="704"/>
          </a:p>
        </p:txBody>
      </p:sp>
    </p:spTree>
    <p:extLst>
      <p:ext uri="{BB962C8B-B14F-4D97-AF65-F5344CB8AC3E}">
        <p14:creationId xmlns:p14="http://schemas.microsoft.com/office/powerpoint/2010/main" val="15857714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47650" y="183092"/>
            <a:ext cx="4457700" cy="762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47650" y="1066800"/>
            <a:ext cx="4457700" cy="301730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47650" y="4237567"/>
            <a:ext cx="1155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92275" y="4237567"/>
            <a:ext cx="156845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549650" y="4237567"/>
            <a:ext cx="1155700" cy="24341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47624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</p:sldLayoutIdLst>
  <p:txStyles>
    <p:titleStyle>
      <a:lvl1pPr algn="ctr" defTabSz="495330" rtl="0" eaLnBrk="1" latinLnBrk="0" hangingPunct="1">
        <a:spcBef>
          <a:spcPct val="0"/>
        </a:spcBef>
        <a:buNone/>
        <a:defRPr sz="238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85749" indent="-185749" algn="l" defTabSz="495330" rtl="0" eaLnBrk="1" latinLnBrk="0" hangingPunct="1">
        <a:spcBef>
          <a:spcPct val="20000"/>
        </a:spcBef>
        <a:buFont typeface="Arial" pitchFamily="34" charset="0"/>
        <a:buChar char="•"/>
        <a:defRPr sz="1733" kern="1200">
          <a:solidFill>
            <a:schemeClr val="tx1"/>
          </a:solidFill>
          <a:latin typeface="+mn-lt"/>
          <a:ea typeface="+mn-ea"/>
          <a:cs typeface="+mn-cs"/>
        </a:defRPr>
      </a:lvl1pPr>
      <a:lvl2pPr marL="402456" indent="-154791" algn="l" defTabSz="495330" rtl="0" eaLnBrk="1" latinLnBrk="0" hangingPunct="1">
        <a:spcBef>
          <a:spcPct val="20000"/>
        </a:spcBef>
        <a:buFont typeface="Arial" pitchFamily="34" charset="0"/>
        <a:buChar char="–"/>
        <a:defRPr sz="1517" kern="1200">
          <a:solidFill>
            <a:schemeClr val="tx1"/>
          </a:solidFill>
          <a:latin typeface="+mn-lt"/>
          <a:ea typeface="+mn-ea"/>
          <a:cs typeface="+mn-cs"/>
        </a:defRPr>
      </a:lvl2pPr>
      <a:lvl3pPr marL="619163" indent="-123833" algn="l" defTabSz="495330" rtl="0" eaLnBrk="1" latinLnBrk="0" hangingPunct="1">
        <a:spcBef>
          <a:spcPct val="20000"/>
        </a:spcBef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3pPr>
      <a:lvl4pPr marL="866828" indent="-123833" algn="l" defTabSz="495330" rtl="0" eaLnBrk="1" latinLnBrk="0" hangingPunct="1">
        <a:spcBef>
          <a:spcPct val="20000"/>
        </a:spcBef>
        <a:buFont typeface="Arial" pitchFamily="34" charset="0"/>
        <a:buChar char="–"/>
        <a:defRPr sz="1083" kern="1200">
          <a:solidFill>
            <a:schemeClr val="tx1"/>
          </a:solidFill>
          <a:latin typeface="+mn-lt"/>
          <a:ea typeface="+mn-ea"/>
          <a:cs typeface="+mn-cs"/>
        </a:defRPr>
      </a:lvl4pPr>
      <a:lvl5pPr marL="1114494" indent="-123833" algn="l" defTabSz="495330" rtl="0" eaLnBrk="1" latinLnBrk="0" hangingPunct="1">
        <a:spcBef>
          <a:spcPct val="20000"/>
        </a:spcBef>
        <a:buFont typeface="Arial" pitchFamily="34" charset="0"/>
        <a:buChar char="»"/>
        <a:defRPr sz="1083" kern="1200">
          <a:solidFill>
            <a:schemeClr val="tx1"/>
          </a:solidFill>
          <a:latin typeface="+mn-lt"/>
          <a:ea typeface="+mn-ea"/>
          <a:cs typeface="+mn-cs"/>
        </a:defRPr>
      </a:lvl5pPr>
      <a:lvl6pPr marL="1362159" indent="-123833" algn="l" defTabSz="495330" rtl="0" eaLnBrk="1" latinLnBrk="0" hangingPunct="1">
        <a:spcBef>
          <a:spcPct val="20000"/>
        </a:spcBef>
        <a:buFont typeface="Arial" pitchFamily="34" charset="0"/>
        <a:buChar char="•"/>
        <a:defRPr sz="1083" kern="1200">
          <a:solidFill>
            <a:schemeClr val="tx1"/>
          </a:solidFill>
          <a:latin typeface="+mn-lt"/>
          <a:ea typeface="+mn-ea"/>
          <a:cs typeface="+mn-cs"/>
        </a:defRPr>
      </a:lvl6pPr>
      <a:lvl7pPr marL="1609824" indent="-123833" algn="l" defTabSz="495330" rtl="0" eaLnBrk="1" latinLnBrk="0" hangingPunct="1">
        <a:spcBef>
          <a:spcPct val="20000"/>
        </a:spcBef>
        <a:buFont typeface="Arial" pitchFamily="34" charset="0"/>
        <a:buChar char="•"/>
        <a:defRPr sz="1083" kern="1200">
          <a:solidFill>
            <a:schemeClr val="tx1"/>
          </a:solidFill>
          <a:latin typeface="+mn-lt"/>
          <a:ea typeface="+mn-ea"/>
          <a:cs typeface="+mn-cs"/>
        </a:defRPr>
      </a:lvl7pPr>
      <a:lvl8pPr marL="1857489" indent="-123833" algn="l" defTabSz="495330" rtl="0" eaLnBrk="1" latinLnBrk="0" hangingPunct="1">
        <a:spcBef>
          <a:spcPct val="20000"/>
        </a:spcBef>
        <a:buFont typeface="Arial" pitchFamily="34" charset="0"/>
        <a:buChar char="•"/>
        <a:defRPr sz="1083" kern="1200">
          <a:solidFill>
            <a:schemeClr val="tx1"/>
          </a:solidFill>
          <a:latin typeface="+mn-lt"/>
          <a:ea typeface="+mn-ea"/>
          <a:cs typeface="+mn-cs"/>
        </a:defRPr>
      </a:lvl8pPr>
      <a:lvl9pPr marL="2105155" indent="-123833" algn="l" defTabSz="495330" rtl="0" eaLnBrk="1" latinLnBrk="0" hangingPunct="1">
        <a:spcBef>
          <a:spcPct val="20000"/>
        </a:spcBef>
        <a:buFont typeface="Arial" pitchFamily="34" charset="0"/>
        <a:buChar char="•"/>
        <a:defRPr sz="1083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1pPr>
      <a:lvl2pPr marL="247665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2pPr>
      <a:lvl3pPr marL="495330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3pPr>
      <a:lvl4pPr marL="742996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4pPr>
      <a:lvl5pPr marL="990661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5pPr>
      <a:lvl6pPr marL="1238326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6pPr>
      <a:lvl7pPr marL="1485991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7pPr>
      <a:lvl8pPr marL="1733657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8pPr>
      <a:lvl9pPr marL="1981322" algn="l" defTabSz="495330" rtl="0" eaLnBrk="1" latinLnBrk="0" hangingPunct="1">
        <a:defRPr sz="97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5.svg"/><Relationship Id="rId18" Type="http://schemas.openxmlformats.org/officeDocument/2006/relationships/image" Target="../media/image20.png"/><Relationship Id="rId26" Type="http://schemas.openxmlformats.org/officeDocument/2006/relationships/image" Target="../media/image28.png"/><Relationship Id="rId21" Type="http://schemas.openxmlformats.org/officeDocument/2006/relationships/image" Target="../media/image23.svg"/><Relationship Id="rId34" Type="http://schemas.openxmlformats.org/officeDocument/2006/relationships/image" Target="../media/image36.pn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17" Type="http://schemas.openxmlformats.org/officeDocument/2006/relationships/image" Target="../media/image19.svg"/><Relationship Id="rId25" Type="http://schemas.openxmlformats.org/officeDocument/2006/relationships/image" Target="../media/image27.svg"/><Relationship Id="rId33" Type="http://schemas.openxmlformats.org/officeDocument/2006/relationships/image" Target="../media/image35.svg"/><Relationship Id="rId38" Type="http://schemas.openxmlformats.org/officeDocument/2006/relationships/image" Target="../media/image40.png"/><Relationship Id="rId2" Type="http://schemas.openxmlformats.org/officeDocument/2006/relationships/image" Target="../media/image4.png"/><Relationship Id="rId16" Type="http://schemas.openxmlformats.org/officeDocument/2006/relationships/image" Target="../media/image18.png"/><Relationship Id="rId20" Type="http://schemas.openxmlformats.org/officeDocument/2006/relationships/image" Target="../media/image22.png"/><Relationship Id="rId29" Type="http://schemas.openxmlformats.org/officeDocument/2006/relationships/image" Target="../media/image31.sv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png"/><Relationship Id="rId11" Type="http://schemas.openxmlformats.org/officeDocument/2006/relationships/image" Target="../media/image13.svg"/><Relationship Id="rId24" Type="http://schemas.openxmlformats.org/officeDocument/2006/relationships/image" Target="../media/image26.png"/><Relationship Id="rId32" Type="http://schemas.openxmlformats.org/officeDocument/2006/relationships/image" Target="../media/image34.png"/><Relationship Id="rId37" Type="http://schemas.openxmlformats.org/officeDocument/2006/relationships/image" Target="../media/image39.png"/><Relationship Id="rId5" Type="http://schemas.openxmlformats.org/officeDocument/2006/relationships/image" Target="../media/image7.svg"/><Relationship Id="rId15" Type="http://schemas.openxmlformats.org/officeDocument/2006/relationships/image" Target="../media/image17.svg"/><Relationship Id="rId23" Type="http://schemas.openxmlformats.org/officeDocument/2006/relationships/image" Target="../media/image25.svg"/><Relationship Id="rId28" Type="http://schemas.openxmlformats.org/officeDocument/2006/relationships/image" Target="../media/image30.png"/><Relationship Id="rId36" Type="http://schemas.openxmlformats.org/officeDocument/2006/relationships/image" Target="../media/image38.png"/><Relationship Id="rId10" Type="http://schemas.openxmlformats.org/officeDocument/2006/relationships/image" Target="../media/image12.png"/><Relationship Id="rId19" Type="http://schemas.openxmlformats.org/officeDocument/2006/relationships/image" Target="../media/image21.svg"/><Relationship Id="rId31" Type="http://schemas.openxmlformats.org/officeDocument/2006/relationships/image" Target="../media/image33.svg"/><Relationship Id="rId4" Type="http://schemas.openxmlformats.org/officeDocument/2006/relationships/image" Target="../media/image6.png"/><Relationship Id="rId9" Type="http://schemas.openxmlformats.org/officeDocument/2006/relationships/image" Target="../media/image11.svg"/><Relationship Id="rId14" Type="http://schemas.openxmlformats.org/officeDocument/2006/relationships/image" Target="../media/image16.png"/><Relationship Id="rId22" Type="http://schemas.openxmlformats.org/officeDocument/2006/relationships/image" Target="../media/image24.png"/><Relationship Id="rId27" Type="http://schemas.openxmlformats.org/officeDocument/2006/relationships/image" Target="../media/image29.svg"/><Relationship Id="rId30" Type="http://schemas.openxmlformats.org/officeDocument/2006/relationships/image" Target="../media/image32.png"/><Relationship Id="rId35" Type="http://schemas.openxmlformats.org/officeDocument/2006/relationships/image" Target="../media/image37.png"/><Relationship Id="rId8" Type="http://schemas.openxmlformats.org/officeDocument/2006/relationships/image" Target="../media/image10.png"/><Relationship Id="rId3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7.png"/><Relationship Id="rId13" Type="http://schemas.openxmlformats.org/officeDocument/2006/relationships/image" Target="../media/image52.png"/><Relationship Id="rId18" Type="http://schemas.openxmlformats.org/officeDocument/2006/relationships/image" Target="../media/image57.png"/><Relationship Id="rId26" Type="http://schemas.openxmlformats.org/officeDocument/2006/relationships/image" Target="../media/image65.png"/><Relationship Id="rId3" Type="http://schemas.openxmlformats.org/officeDocument/2006/relationships/image" Target="../media/image42.png"/><Relationship Id="rId21" Type="http://schemas.openxmlformats.org/officeDocument/2006/relationships/image" Target="../media/image60.png"/><Relationship Id="rId7" Type="http://schemas.openxmlformats.org/officeDocument/2006/relationships/image" Target="../media/image46.png"/><Relationship Id="rId12" Type="http://schemas.openxmlformats.org/officeDocument/2006/relationships/image" Target="../media/image51.png"/><Relationship Id="rId17" Type="http://schemas.openxmlformats.org/officeDocument/2006/relationships/image" Target="../media/image56.png"/><Relationship Id="rId25" Type="http://schemas.openxmlformats.org/officeDocument/2006/relationships/image" Target="../media/image64.png"/><Relationship Id="rId2" Type="http://schemas.openxmlformats.org/officeDocument/2006/relationships/image" Target="../media/image41.png"/><Relationship Id="rId16" Type="http://schemas.openxmlformats.org/officeDocument/2006/relationships/image" Target="../media/image55.png"/><Relationship Id="rId20" Type="http://schemas.openxmlformats.org/officeDocument/2006/relationships/image" Target="../media/image59.png"/><Relationship Id="rId29" Type="http://schemas.openxmlformats.org/officeDocument/2006/relationships/image" Target="../media/image68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5.png"/><Relationship Id="rId11" Type="http://schemas.openxmlformats.org/officeDocument/2006/relationships/image" Target="../media/image50.png"/><Relationship Id="rId24" Type="http://schemas.openxmlformats.org/officeDocument/2006/relationships/image" Target="../media/image63.png"/><Relationship Id="rId5" Type="http://schemas.openxmlformats.org/officeDocument/2006/relationships/image" Target="../media/image44.png"/><Relationship Id="rId15" Type="http://schemas.openxmlformats.org/officeDocument/2006/relationships/image" Target="../media/image54.png"/><Relationship Id="rId23" Type="http://schemas.openxmlformats.org/officeDocument/2006/relationships/image" Target="../media/image62.png"/><Relationship Id="rId28" Type="http://schemas.openxmlformats.org/officeDocument/2006/relationships/image" Target="../media/image67.png"/><Relationship Id="rId10" Type="http://schemas.openxmlformats.org/officeDocument/2006/relationships/image" Target="../media/image49.png"/><Relationship Id="rId19" Type="http://schemas.openxmlformats.org/officeDocument/2006/relationships/image" Target="../media/image58.png"/><Relationship Id="rId4" Type="http://schemas.openxmlformats.org/officeDocument/2006/relationships/image" Target="../media/image43.png"/><Relationship Id="rId9" Type="http://schemas.openxmlformats.org/officeDocument/2006/relationships/image" Target="../media/image48.png"/><Relationship Id="rId14" Type="http://schemas.openxmlformats.org/officeDocument/2006/relationships/image" Target="../media/image53.png"/><Relationship Id="rId22" Type="http://schemas.openxmlformats.org/officeDocument/2006/relationships/image" Target="../media/image61.png"/><Relationship Id="rId27" Type="http://schemas.openxmlformats.org/officeDocument/2006/relationships/image" Target="../media/image66.png"/><Relationship Id="rId30" Type="http://schemas.openxmlformats.org/officeDocument/2006/relationships/image" Target="../media/image6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png"/><Relationship Id="rId7" Type="http://schemas.openxmlformats.org/officeDocument/2006/relationships/image" Target="../media/image75.png"/><Relationship Id="rId2" Type="http://schemas.openxmlformats.org/officeDocument/2006/relationships/image" Target="../media/image7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4.png"/><Relationship Id="rId5" Type="http://schemas.openxmlformats.org/officeDocument/2006/relationships/image" Target="../media/image73.png"/><Relationship Id="rId4" Type="http://schemas.openxmlformats.org/officeDocument/2006/relationships/image" Target="../media/image7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7.jpg"/><Relationship Id="rId2" Type="http://schemas.openxmlformats.org/officeDocument/2006/relationships/image" Target="../media/image7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5.png"/><Relationship Id="rId5" Type="http://schemas.openxmlformats.org/officeDocument/2006/relationships/image" Target="../media/image79.jpg"/><Relationship Id="rId4" Type="http://schemas.openxmlformats.org/officeDocument/2006/relationships/image" Target="../media/image78.jp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4.png"/><Relationship Id="rId13" Type="http://schemas.openxmlformats.org/officeDocument/2006/relationships/image" Target="../media/image89.jpg"/><Relationship Id="rId18" Type="http://schemas.openxmlformats.org/officeDocument/2006/relationships/image" Target="../media/image94.jpg"/><Relationship Id="rId3" Type="http://schemas.openxmlformats.org/officeDocument/2006/relationships/image" Target="../media/image80.jpg"/><Relationship Id="rId7" Type="http://schemas.openxmlformats.org/officeDocument/2006/relationships/image" Target="../media/image83.jpg"/><Relationship Id="rId12" Type="http://schemas.openxmlformats.org/officeDocument/2006/relationships/image" Target="../media/image88.jpg"/><Relationship Id="rId17" Type="http://schemas.openxmlformats.org/officeDocument/2006/relationships/image" Target="../media/image93.jpg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92.jpg"/><Relationship Id="rId20" Type="http://schemas.openxmlformats.org/officeDocument/2006/relationships/image" Target="../media/image75.png"/><Relationship Id="rId1" Type="http://schemas.openxmlformats.org/officeDocument/2006/relationships/themeOverride" Target="../theme/themeOverride1.xml"/><Relationship Id="rId6" Type="http://schemas.openxmlformats.org/officeDocument/2006/relationships/image" Target="../media/image82.jpg"/><Relationship Id="rId11" Type="http://schemas.openxmlformats.org/officeDocument/2006/relationships/image" Target="../media/image87.jpg"/><Relationship Id="rId5" Type="http://schemas.openxmlformats.org/officeDocument/2006/relationships/image" Target="../media/image81.jpg"/><Relationship Id="rId15" Type="http://schemas.openxmlformats.org/officeDocument/2006/relationships/image" Target="../media/image91.png"/><Relationship Id="rId10" Type="http://schemas.openxmlformats.org/officeDocument/2006/relationships/image" Target="../media/image86.jpg"/><Relationship Id="rId19" Type="http://schemas.openxmlformats.org/officeDocument/2006/relationships/image" Target="../media/image95.jpg"/><Relationship Id="rId4" Type="http://schemas.openxmlformats.org/officeDocument/2006/relationships/hyperlink" Target="https://www.tcs.com/alliances-partnerships" TargetMode="External"/><Relationship Id="rId9" Type="http://schemas.openxmlformats.org/officeDocument/2006/relationships/image" Target="../media/image85.jpg"/><Relationship Id="rId14" Type="http://schemas.openxmlformats.org/officeDocument/2006/relationships/image" Target="../media/image90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7.png"/><Relationship Id="rId2" Type="http://schemas.openxmlformats.org/officeDocument/2006/relationships/image" Target="../media/image96.png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5.png"/><Relationship Id="rId4" Type="http://schemas.openxmlformats.org/officeDocument/2006/relationships/image" Target="../media/image9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image" Target="../media/image99.png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527" y="752058"/>
            <a:ext cx="160807" cy="157937"/>
            <a:chOff x="0" y="0"/>
            <a:chExt cx="395832" cy="3887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5859" cy="388747"/>
            </a:xfrm>
            <a:custGeom>
              <a:avLst/>
              <a:gdLst/>
              <a:ahLst/>
              <a:cxnLst/>
              <a:rect l="l" t="t" r="r" b="b"/>
              <a:pathLst>
                <a:path w="395859" h="388747">
                  <a:moveTo>
                    <a:pt x="0" y="0"/>
                  </a:moveTo>
                  <a:lnTo>
                    <a:pt x="395859" y="0"/>
                  </a:lnTo>
                  <a:lnTo>
                    <a:pt x="395859" y="388747"/>
                  </a:lnTo>
                  <a:lnTo>
                    <a:pt x="0" y="388747"/>
                  </a:lnTo>
                  <a:close/>
                </a:path>
              </a:pathLst>
            </a:custGeom>
            <a:solidFill>
              <a:srgbClr val="E41165"/>
            </a:solidFill>
          </p:spPr>
        </p:sp>
      </p:grpSp>
      <p:sp>
        <p:nvSpPr>
          <p:cNvPr id="4" name="AutoShape 4"/>
          <p:cNvSpPr/>
          <p:nvPr/>
        </p:nvSpPr>
        <p:spPr>
          <a:xfrm rot="191448">
            <a:off x="95133" y="939231"/>
            <a:ext cx="123590" cy="0"/>
          </a:xfrm>
          <a:prstGeom prst="line">
            <a:avLst/>
          </a:prstGeom>
          <a:ln w="9525" cap="rnd">
            <a:solidFill>
              <a:srgbClr val="E4116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5" name="Group 5"/>
          <p:cNvGrpSpPr/>
          <p:nvPr/>
        </p:nvGrpSpPr>
        <p:grpSpPr>
          <a:xfrm>
            <a:off x="40409" y="712014"/>
            <a:ext cx="233038" cy="428638"/>
            <a:chOff x="0" y="0"/>
            <a:chExt cx="573632" cy="1055109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573659" cy="1055116"/>
            </a:xfrm>
            <a:custGeom>
              <a:avLst/>
              <a:gdLst/>
              <a:ahLst/>
              <a:cxnLst/>
              <a:rect l="l" t="t" r="r" b="b"/>
              <a:pathLst>
                <a:path w="573659" h="1055116">
                  <a:moveTo>
                    <a:pt x="0" y="0"/>
                  </a:moveTo>
                  <a:lnTo>
                    <a:pt x="573659" y="0"/>
                  </a:lnTo>
                  <a:lnTo>
                    <a:pt x="573659" y="1055116"/>
                  </a:lnTo>
                  <a:lnTo>
                    <a:pt x="0" y="1055116"/>
                  </a:lnTo>
                  <a:close/>
                </a:path>
              </a:pathLst>
            </a:custGeom>
            <a:solidFill>
              <a:srgbClr val="000000"/>
            </a:solidFill>
          </p:spPr>
        </p:sp>
      </p:grpSp>
      <p:sp>
        <p:nvSpPr>
          <p:cNvPr id="7" name="Freeform 7"/>
          <p:cNvSpPr/>
          <p:nvPr/>
        </p:nvSpPr>
        <p:spPr>
          <a:xfrm>
            <a:off x="304674" y="262827"/>
            <a:ext cx="1675133" cy="402198"/>
          </a:xfrm>
          <a:custGeom>
            <a:avLst/>
            <a:gdLst/>
            <a:ahLst/>
            <a:cxnLst/>
            <a:rect l="l" t="t" r="r" b="b"/>
            <a:pathLst>
              <a:path w="3092554" h="742520">
                <a:moveTo>
                  <a:pt x="0" y="0"/>
                </a:moveTo>
                <a:lnTo>
                  <a:pt x="3092554" y="0"/>
                </a:lnTo>
                <a:lnTo>
                  <a:pt x="3092554" y="742520"/>
                </a:lnTo>
                <a:lnTo>
                  <a:pt x="0" y="74252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t="-620" b="-620"/>
            </a:stretch>
          </a:blipFill>
        </p:spPr>
      </p:sp>
      <p:sp>
        <p:nvSpPr>
          <p:cNvPr id="9" name="TextBox 9"/>
          <p:cNvSpPr txBox="1"/>
          <p:nvPr/>
        </p:nvSpPr>
        <p:spPr>
          <a:xfrm>
            <a:off x="267669" y="2728701"/>
            <a:ext cx="4379904" cy="3975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95330">
              <a:lnSpc>
                <a:spcPts val="3120"/>
              </a:lnSpc>
            </a:pPr>
            <a:r>
              <a:rPr lang="en-US" sz="2600" spc="9" dirty="0">
                <a:solidFill>
                  <a:srgbClr val="F3F3FA"/>
                </a:solidFill>
                <a:latin typeface="Calibri (MS)"/>
                <a:ea typeface="Calibri (MS)"/>
                <a:cs typeface="Calibri (MS)"/>
                <a:sym typeface="Calibri (MS)"/>
              </a:rPr>
              <a:t>Tata Consultancy Services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04675" y="3220225"/>
            <a:ext cx="4273831" cy="20518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95330">
              <a:lnSpc>
                <a:spcPts val="2600"/>
              </a:lnSpc>
            </a:pPr>
            <a:r>
              <a:rPr lang="en-US" sz="2167" spc="2" dirty="0">
                <a:solidFill>
                  <a:srgbClr val="404040"/>
                </a:solidFill>
                <a:latin typeface="Arimo"/>
                <a:ea typeface="Arimo"/>
                <a:cs typeface="Arimo"/>
                <a:sym typeface="Arimo"/>
              </a:rPr>
              <a:t>Welcomes</a:t>
            </a:r>
          </a:p>
          <a:p>
            <a:pPr defTabSz="495330">
              <a:lnSpc>
                <a:spcPts val="3120"/>
              </a:lnSpc>
            </a:pPr>
            <a:r>
              <a:rPr lang="en-US" sz="2600" spc="2" dirty="0">
                <a:solidFill>
                  <a:srgbClr val="007DC5"/>
                </a:solidFill>
                <a:latin typeface="Arimo"/>
                <a:ea typeface="Arimo"/>
                <a:cs typeface="Arimo"/>
                <a:sym typeface="Arimo"/>
              </a:rPr>
              <a:t>American Express Executives</a:t>
            </a:r>
          </a:p>
          <a:p>
            <a:pPr defTabSz="495330">
              <a:lnSpc>
                <a:spcPts val="1820"/>
              </a:lnSpc>
            </a:pPr>
            <a:endParaRPr lang="en-US" sz="2600" spc="2" dirty="0">
              <a:solidFill>
                <a:srgbClr val="007DC5"/>
              </a:solidFill>
              <a:latin typeface="Arimo"/>
              <a:ea typeface="Arimo"/>
              <a:cs typeface="Arimo"/>
              <a:sym typeface="Arimo"/>
            </a:endParaRPr>
          </a:p>
          <a:p>
            <a:pPr defTabSz="495330">
              <a:lnSpc>
                <a:spcPts val="1820"/>
              </a:lnSpc>
            </a:pPr>
            <a:r>
              <a:rPr lang="en-US" sz="1516" spc="-7" dirty="0">
                <a:solidFill>
                  <a:srgbClr val="007DC5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It is our pleasure to welcome you to TCS. We look</a:t>
            </a:r>
          </a:p>
          <a:p>
            <a:pPr defTabSz="495330">
              <a:lnSpc>
                <a:spcPts val="1820"/>
              </a:lnSpc>
            </a:pPr>
            <a:r>
              <a:rPr lang="en-US" sz="1516" spc="-7" dirty="0">
                <a:solidFill>
                  <a:srgbClr val="007DC5"/>
                </a:solidFill>
                <a:latin typeface="TT Rounds Condensed"/>
                <a:ea typeface="TT Rounds Condensed"/>
                <a:cs typeface="TT Rounds Condensed"/>
                <a:sym typeface="TT Rounds Condensed"/>
              </a:rPr>
              <a:t>forward to making your experience a memorable one.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04674" y="5350909"/>
            <a:ext cx="1442578" cy="15664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95330">
              <a:lnSpc>
                <a:spcPts val="1300"/>
              </a:lnSpc>
            </a:pPr>
            <a:r>
              <a:rPr lang="en-US" sz="1083" spc="2">
                <a:solidFill>
                  <a:srgbClr val="F4F3F9"/>
                </a:solidFill>
                <a:latin typeface="Calibri (MS)"/>
                <a:ea typeface="Calibri (MS)"/>
                <a:cs typeface="Calibri (MS)"/>
                <a:sym typeface="Calibri (MS)"/>
              </a:rPr>
              <a:t>November 2025</a:t>
            </a:r>
          </a:p>
        </p:txBody>
      </p:sp>
      <p:grpSp>
        <p:nvGrpSpPr>
          <p:cNvPr id="12" name="Group 12"/>
          <p:cNvGrpSpPr>
            <a:grpSpLocks noChangeAspect="1"/>
          </p:cNvGrpSpPr>
          <p:nvPr/>
        </p:nvGrpSpPr>
        <p:grpSpPr>
          <a:xfrm>
            <a:off x="4825473" y="54000"/>
            <a:ext cx="5004000" cy="6804000"/>
            <a:chOff x="630067" y="109371"/>
            <a:chExt cx="10135036" cy="13780733"/>
          </a:xfrm>
        </p:grpSpPr>
        <p:sp>
          <p:nvSpPr>
            <p:cNvPr id="13" name="Freeform 13"/>
            <p:cNvSpPr/>
            <p:nvPr/>
          </p:nvSpPr>
          <p:spPr>
            <a:xfrm>
              <a:off x="630067" y="109371"/>
              <a:ext cx="10135036" cy="13780733"/>
            </a:xfrm>
            <a:custGeom>
              <a:avLst/>
              <a:gdLst/>
              <a:ahLst/>
              <a:cxnLst/>
              <a:rect l="l" t="t" r="r" b="b"/>
              <a:pathLst>
                <a:path w="10520172" h="13716000">
                  <a:moveTo>
                    <a:pt x="0" y="0"/>
                  </a:moveTo>
                  <a:lnTo>
                    <a:pt x="10520172" y="0"/>
                  </a:lnTo>
                  <a:lnTo>
                    <a:pt x="10520172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t="-529" r="-4550" b="999"/>
              </a:stretch>
            </a:blipFill>
          </p:spPr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76527" y="752058"/>
            <a:ext cx="160807" cy="157937"/>
            <a:chOff x="0" y="0"/>
            <a:chExt cx="395832" cy="388768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395859" cy="388747"/>
            </a:xfrm>
            <a:custGeom>
              <a:avLst/>
              <a:gdLst/>
              <a:ahLst/>
              <a:cxnLst/>
              <a:rect l="l" t="t" r="r" b="b"/>
              <a:pathLst>
                <a:path w="395859" h="388747">
                  <a:moveTo>
                    <a:pt x="0" y="0"/>
                  </a:moveTo>
                  <a:lnTo>
                    <a:pt x="395859" y="0"/>
                  </a:lnTo>
                  <a:lnTo>
                    <a:pt x="395859" y="388747"/>
                  </a:lnTo>
                  <a:lnTo>
                    <a:pt x="0" y="388747"/>
                  </a:lnTo>
                  <a:close/>
                </a:path>
              </a:pathLst>
            </a:custGeom>
            <a:solidFill>
              <a:srgbClr val="E41165"/>
            </a:solidFill>
          </p:spPr>
        </p:sp>
      </p:grpSp>
      <p:sp>
        <p:nvSpPr>
          <p:cNvPr id="8" name="AutoShape 8"/>
          <p:cNvSpPr/>
          <p:nvPr/>
        </p:nvSpPr>
        <p:spPr>
          <a:xfrm rot="191448">
            <a:off x="95133" y="939231"/>
            <a:ext cx="123590" cy="0"/>
          </a:xfrm>
          <a:prstGeom prst="line">
            <a:avLst/>
          </a:prstGeom>
          <a:ln w="9525" cap="rnd">
            <a:solidFill>
              <a:srgbClr val="E41165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9" name="Group 9"/>
          <p:cNvGrpSpPr/>
          <p:nvPr/>
        </p:nvGrpSpPr>
        <p:grpSpPr>
          <a:xfrm>
            <a:off x="40409" y="712014"/>
            <a:ext cx="233038" cy="428638"/>
            <a:chOff x="0" y="0"/>
            <a:chExt cx="573632" cy="1055109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573659" cy="1055116"/>
            </a:xfrm>
            <a:custGeom>
              <a:avLst/>
              <a:gdLst/>
              <a:ahLst/>
              <a:cxnLst/>
              <a:rect l="l" t="t" r="r" b="b"/>
              <a:pathLst>
                <a:path w="573659" h="1055116">
                  <a:moveTo>
                    <a:pt x="0" y="0"/>
                  </a:moveTo>
                  <a:lnTo>
                    <a:pt x="573659" y="0"/>
                  </a:lnTo>
                  <a:lnTo>
                    <a:pt x="573659" y="1055116"/>
                  </a:lnTo>
                  <a:lnTo>
                    <a:pt x="0" y="1055116"/>
                  </a:lnTo>
                  <a:close/>
                </a:path>
              </a:pathLst>
            </a:custGeom>
            <a:solidFill>
              <a:srgbClr val="FFFFFF"/>
            </a:solidFill>
          </p:spPr>
        </p:sp>
      </p:grpSp>
      <p:sp>
        <p:nvSpPr>
          <p:cNvPr id="12" name="TextBox 12"/>
          <p:cNvSpPr txBox="1"/>
          <p:nvPr/>
        </p:nvSpPr>
        <p:spPr>
          <a:xfrm>
            <a:off x="258605" y="763973"/>
            <a:ext cx="8444318" cy="32060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defTabSz="495330">
              <a:lnSpc>
                <a:spcPts val="2457"/>
              </a:lnSpc>
            </a:pPr>
            <a:r>
              <a:rPr lang="en-US" sz="2275" dirty="0">
                <a:solidFill>
                  <a:srgbClr val="007DC5"/>
                </a:solidFill>
                <a:latin typeface="Calibri (MS)"/>
                <a:ea typeface="Calibri (MS)"/>
                <a:cs typeface="Calibri (MS)"/>
                <a:sym typeface="Calibri (MS)"/>
              </a:rPr>
              <a:t>Portfolio of services and Offerings</a:t>
            </a:r>
          </a:p>
        </p:txBody>
      </p:sp>
      <p:grpSp>
        <p:nvGrpSpPr>
          <p:cNvPr id="75" name="Group 75"/>
          <p:cNvGrpSpPr/>
          <p:nvPr/>
        </p:nvGrpSpPr>
        <p:grpSpPr>
          <a:xfrm>
            <a:off x="4953000" y="3770422"/>
            <a:ext cx="1761554" cy="243987"/>
            <a:chOff x="0" y="-38100"/>
            <a:chExt cx="4336133" cy="600584"/>
          </a:xfrm>
        </p:grpSpPr>
        <p:sp>
          <p:nvSpPr>
            <p:cNvPr id="76" name="Freeform 76"/>
            <p:cNvSpPr/>
            <p:nvPr/>
          </p:nvSpPr>
          <p:spPr>
            <a:xfrm>
              <a:off x="0" y="0"/>
              <a:ext cx="4336133" cy="562484"/>
            </a:xfrm>
            <a:custGeom>
              <a:avLst/>
              <a:gdLst/>
              <a:ahLst/>
              <a:cxnLst/>
              <a:rect l="l" t="t" r="r" b="b"/>
              <a:pathLst>
                <a:path w="4336133" h="562484">
                  <a:moveTo>
                    <a:pt x="0" y="0"/>
                  </a:moveTo>
                  <a:lnTo>
                    <a:pt x="4336133" y="0"/>
                  </a:lnTo>
                  <a:lnTo>
                    <a:pt x="4336133" y="562484"/>
                  </a:lnTo>
                  <a:lnTo>
                    <a:pt x="0" y="56248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77" name="TextBox 77"/>
            <p:cNvSpPr txBox="1"/>
            <p:nvPr/>
          </p:nvSpPr>
          <p:spPr>
            <a:xfrm>
              <a:off x="0" y="-38100"/>
              <a:ext cx="4336133" cy="600584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defTabSz="495330">
                <a:lnSpc>
                  <a:spcPts val="1170"/>
                </a:lnSpc>
              </a:pPr>
              <a:r>
                <a:rPr lang="en-US" sz="975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Enterprise</a:t>
              </a:r>
            </a:p>
            <a:p>
              <a:pPr defTabSz="495330">
                <a:lnSpc>
                  <a:spcPts val="1170"/>
                </a:lnSpc>
              </a:pPr>
              <a:r>
                <a:rPr lang="en-US" sz="975" b="1" dirty="0">
                  <a:solidFill>
                    <a:srgbClr val="000000"/>
                  </a:solidFill>
                  <a:latin typeface="Calibri (MS) Bold"/>
                  <a:ea typeface="Calibri (MS) Bold"/>
                  <a:cs typeface="Calibri (MS) Bold"/>
                  <a:sym typeface="Calibri (MS) Bold"/>
                </a:rPr>
                <a:t>solutions</a:t>
              </a:r>
            </a:p>
          </p:txBody>
        </p:sp>
      </p:grpSp>
      <p:sp>
        <p:nvSpPr>
          <p:cNvPr id="91" name="TextBox 91"/>
          <p:cNvSpPr txBox="1"/>
          <p:nvPr/>
        </p:nvSpPr>
        <p:spPr>
          <a:xfrm>
            <a:off x="218628" y="4929646"/>
            <a:ext cx="1297230" cy="6924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209140" lvl="1" indent="-104570" defTabSz="495330">
              <a:lnSpc>
                <a:spcPts val="936"/>
              </a:lnSpc>
              <a:buFont typeface="Arial"/>
              <a:buChar char="•"/>
            </a:pPr>
            <a:r>
              <a:rPr lang="en-US" sz="867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TCS and AWS Cloud</a:t>
            </a:r>
          </a:p>
          <a:p>
            <a:pPr marL="209140" lvl="1" indent="-104570" defTabSz="495330">
              <a:lnSpc>
                <a:spcPts val="936"/>
              </a:lnSpc>
              <a:buFont typeface="Arial"/>
              <a:buChar char="•"/>
            </a:pPr>
            <a:r>
              <a:rPr lang="en-US" sz="867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TCS and Google Cloud</a:t>
            </a:r>
          </a:p>
          <a:p>
            <a:pPr marL="209140" lvl="1" indent="-104570" defTabSz="495330">
              <a:lnSpc>
                <a:spcPts val="936"/>
              </a:lnSpc>
              <a:buFont typeface="Arial"/>
              <a:buChar char="•"/>
            </a:pPr>
            <a:r>
              <a:rPr lang="en-US" sz="867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TCS and Microsoft Cloud</a:t>
            </a:r>
          </a:p>
          <a:p>
            <a:pPr marL="209140" lvl="1" indent="-104570" defTabSz="495330">
              <a:lnSpc>
                <a:spcPts val="936"/>
              </a:lnSpc>
              <a:buFont typeface="Arial"/>
              <a:buChar char="•"/>
            </a:pPr>
            <a:r>
              <a:rPr lang="en-US" sz="867" dirty="0">
                <a:solidFill>
                  <a:srgbClr val="000000"/>
                </a:solidFill>
                <a:latin typeface="Calibri (MS)"/>
                <a:ea typeface="Calibri (MS)"/>
                <a:cs typeface="Calibri (MS)"/>
                <a:sym typeface="Calibri (MS)"/>
              </a:rPr>
              <a:t>TCS Enterprise Cloud</a:t>
            </a:r>
          </a:p>
        </p:txBody>
      </p:sp>
      <p:grpSp>
        <p:nvGrpSpPr>
          <p:cNvPr id="131" name="Group 130">
            <a:extLst>
              <a:ext uri="{FF2B5EF4-FFF2-40B4-BE49-F238E27FC236}">
                <a16:creationId xmlns:a16="http://schemas.microsoft.com/office/drawing/2014/main" id="{64E432DC-8343-CDDC-2C4F-97B24E990408}"/>
              </a:ext>
            </a:extLst>
          </p:cNvPr>
          <p:cNvGrpSpPr/>
          <p:nvPr/>
        </p:nvGrpSpPr>
        <p:grpSpPr>
          <a:xfrm>
            <a:off x="291305" y="2178040"/>
            <a:ext cx="6099254" cy="3694859"/>
            <a:chOff x="317240" y="1724878"/>
            <a:chExt cx="5925809" cy="3551349"/>
          </a:xfrm>
        </p:grpSpPr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DBDB757A-5A48-71FE-4E15-069E138A84AD}"/>
                </a:ext>
              </a:extLst>
            </p:cNvPr>
            <p:cNvGrpSpPr/>
            <p:nvPr/>
          </p:nvGrpSpPr>
          <p:grpSpPr>
            <a:xfrm>
              <a:off x="317240" y="2471956"/>
              <a:ext cx="5925809" cy="2804271"/>
              <a:chOff x="317240" y="2471956"/>
              <a:chExt cx="5925809" cy="2804271"/>
            </a:xfrm>
          </p:grpSpPr>
          <p:sp>
            <p:nvSpPr>
              <p:cNvPr id="22" name="Freeform 22"/>
              <p:cNvSpPr/>
              <p:nvPr/>
            </p:nvSpPr>
            <p:spPr>
              <a:xfrm>
                <a:off x="468317" y="2484989"/>
                <a:ext cx="5518525" cy="2751281"/>
              </a:xfrm>
              <a:custGeom>
                <a:avLst/>
                <a:gdLst/>
                <a:ahLst/>
                <a:cxnLst/>
                <a:rect l="l" t="t" r="r" b="b"/>
                <a:pathLst>
                  <a:path w="10188046" h="5079288">
                    <a:moveTo>
                      <a:pt x="0" y="0"/>
                    </a:moveTo>
                    <a:lnTo>
                      <a:pt x="10188046" y="0"/>
                    </a:lnTo>
                    <a:lnTo>
                      <a:pt x="10188046" y="5079288"/>
                    </a:lnTo>
                    <a:lnTo>
                      <a:pt x="0" y="507928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">
                  <a:extLst>
                    <a:ext uri="{96DAC541-7B7A-43D3-8B79-37D633B846F1}">
                      <asvg:svgBlip xmlns:asvg="http://schemas.microsoft.com/office/drawing/2016/SVG/main" r:embed="rId3"/>
                    </a:ext>
                  </a:extLst>
                </a:blip>
                <a:stretch>
                  <a:fillRect/>
                </a:stretch>
              </a:blipFill>
            </p:spPr>
          </p:sp>
          <p:sp>
            <p:nvSpPr>
              <p:cNvPr id="64" name="Freeform 64"/>
              <p:cNvSpPr/>
              <p:nvPr/>
            </p:nvSpPr>
            <p:spPr>
              <a:xfrm>
                <a:off x="4390217" y="4603310"/>
                <a:ext cx="1639804" cy="228509"/>
              </a:xfrm>
              <a:custGeom>
                <a:avLst/>
                <a:gdLst/>
                <a:ahLst/>
                <a:cxnLst/>
                <a:rect l="l" t="t" r="r" b="b"/>
                <a:pathLst>
                  <a:path w="4036441" h="562484">
                    <a:moveTo>
                      <a:pt x="0" y="0"/>
                    </a:moveTo>
                    <a:lnTo>
                      <a:pt x="4036441" y="0"/>
                    </a:lnTo>
                    <a:lnTo>
                      <a:pt x="4036441" y="562484"/>
                    </a:lnTo>
                    <a:lnTo>
                      <a:pt x="0" y="56248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65" name="TextBox 65"/>
              <p:cNvSpPr txBox="1"/>
              <p:nvPr/>
            </p:nvSpPr>
            <p:spPr>
              <a:xfrm>
                <a:off x="4390217" y="4587832"/>
                <a:ext cx="1639804" cy="24398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defTabSz="495330">
                  <a:lnSpc>
                    <a:spcPts val="1170"/>
                  </a:lnSpc>
                </a:pPr>
                <a:r>
                  <a:rPr lang="en-US" sz="975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Sustainability</a:t>
                </a:r>
              </a:p>
              <a:p>
                <a:pPr defTabSz="495330">
                  <a:lnSpc>
                    <a:spcPts val="1170"/>
                  </a:lnSpc>
                </a:pPr>
                <a:r>
                  <a:rPr lang="en-US" sz="975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services</a:t>
                </a:r>
              </a:p>
            </p:txBody>
          </p:sp>
          <p:sp>
            <p:nvSpPr>
              <p:cNvPr id="70" name="Freeform 70"/>
              <p:cNvSpPr/>
              <p:nvPr/>
            </p:nvSpPr>
            <p:spPr>
              <a:xfrm>
                <a:off x="4787063" y="3996564"/>
                <a:ext cx="1455986" cy="228509"/>
              </a:xfrm>
              <a:custGeom>
                <a:avLst/>
                <a:gdLst/>
                <a:ahLst/>
                <a:cxnLst/>
                <a:rect l="l" t="t" r="r" b="b"/>
                <a:pathLst>
                  <a:path w="3583967" h="562484">
                    <a:moveTo>
                      <a:pt x="0" y="0"/>
                    </a:moveTo>
                    <a:lnTo>
                      <a:pt x="3583967" y="0"/>
                    </a:lnTo>
                    <a:lnTo>
                      <a:pt x="3583967" y="562484"/>
                    </a:lnTo>
                    <a:lnTo>
                      <a:pt x="0" y="56248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71" name="TextBox 71"/>
              <p:cNvSpPr txBox="1"/>
              <p:nvPr/>
            </p:nvSpPr>
            <p:spPr>
              <a:xfrm>
                <a:off x="4787063" y="3981086"/>
                <a:ext cx="1455986" cy="24398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defTabSz="495330">
                  <a:lnSpc>
                    <a:spcPts val="1170"/>
                  </a:lnSpc>
                </a:pPr>
                <a:r>
                  <a:rPr lang="en-US" sz="975" b="1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Enterprise cognitive business operations</a:t>
                </a:r>
              </a:p>
            </p:txBody>
          </p:sp>
          <p:grpSp>
            <p:nvGrpSpPr>
              <p:cNvPr id="78" name="Group 78"/>
              <p:cNvGrpSpPr/>
              <p:nvPr/>
            </p:nvGrpSpPr>
            <p:grpSpPr>
              <a:xfrm>
                <a:off x="317240" y="2524489"/>
                <a:ext cx="1491004" cy="228509"/>
                <a:chOff x="0" y="0"/>
                <a:chExt cx="3670162" cy="562484"/>
              </a:xfrm>
            </p:grpSpPr>
            <p:sp>
              <p:nvSpPr>
                <p:cNvPr id="79" name="Freeform 79"/>
                <p:cNvSpPr/>
                <p:nvPr/>
              </p:nvSpPr>
              <p:spPr>
                <a:xfrm>
                  <a:off x="0" y="0"/>
                  <a:ext cx="3670162" cy="562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670162" h="562484">
                      <a:moveTo>
                        <a:pt x="0" y="0"/>
                      </a:moveTo>
                      <a:lnTo>
                        <a:pt x="3670162" y="0"/>
                      </a:lnTo>
                      <a:lnTo>
                        <a:pt x="3670162" y="562484"/>
                      </a:lnTo>
                      <a:lnTo>
                        <a:pt x="0" y="562484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</p:spPr>
            </p:sp>
            <p:sp>
              <p:nvSpPr>
                <p:cNvPr id="80" name="TextBox 80"/>
                <p:cNvSpPr txBox="1"/>
                <p:nvPr/>
              </p:nvSpPr>
              <p:spPr>
                <a:xfrm>
                  <a:off x="0" y="-38100"/>
                  <a:ext cx="3670162" cy="600584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 algn="r" defTabSz="495330">
                    <a:lnSpc>
                      <a:spcPts val="1170"/>
                    </a:lnSpc>
                  </a:pPr>
                  <a:r>
                    <a:rPr lang="en-US" sz="975" b="1">
                      <a:solidFill>
                        <a:srgbClr val="000000"/>
                      </a:solidFill>
                      <a:latin typeface="Calibri (MS) Bold"/>
                      <a:ea typeface="Calibri (MS) Bold"/>
                      <a:cs typeface="Calibri (MS) Bold"/>
                      <a:sym typeface="Calibri (MS) Bold"/>
                    </a:rPr>
                    <a:t>Data and</a:t>
                  </a:r>
                </a:p>
                <a:p>
                  <a:pPr algn="r" defTabSz="495330">
                    <a:lnSpc>
                      <a:spcPts val="1170"/>
                    </a:lnSpc>
                  </a:pPr>
                  <a:r>
                    <a:rPr lang="en-US" sz="975" b="1">
                      <a:solidFill>
                        <a:srgbClr val="000000"/>
                      </a:solidFill>
                      <a:latin typeface="Calibri (MS) Bold"/>
                      <a:ea typeface="Calibri (MS) Bold"/>
                      <a:cs typeface="Calibri (MS) Bold"/>
                      <a:sym typeface="Calibri (MS) Bold"/>
                    </a:rPr>
                    <a:t>analytics</a:t>
                  </a:r>
                </a:p>
              </p:txBody>
            </p:sp>
          </p:grpSp>
          <p:sp>
            <p:nvSpPr>
              <p:cNvPr id="82" name="Freeform 82"/>
              <p:cNvSpPr/>
              <p:nvPr/>
            </p:nvSpPr>
            <p:spPr>
              <a:xfrm>
                <a:off x="4553480" y="2487434"/>
                <a:ext cx="1588814" cy="228509"/>
              </a:xfrm>
              <a:custGeom>
                <a:avLst/>
                <a:gdLst/>
                <a:ahLst/>
                <a:cxnLst/>
                <a:rect l="l" t="t" r="r" b="b"/>
                <a:pathLst>
                  <a:path w="3910927" h="562484">
                    <a:moveTo>
                      <a:pt x="0" y="0"/>
                    </a:moveTo>
                    <a:lnTo>
                      <a:pt x="3910927" y="0"/>
                    </a:lnTo>
                    <a:lnTo>
                      <a:pt x="3910927" y="562484"/>
                    </a:lnTo>
                    <a:lnTo>
                      <a:pt x="0" y="56248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83" name="TextBox 83"/>
              <p:cNvSpPr txBox="1"/>
              <p:nvPr/>
            </p:nvSpPr>
            <p:spPr>
              <a:xfrm>
                <a:off x="4553480" y="2471956"/>
                <a:ext cx="1588814" cy="243987"/>
              </a:xfrm>
              <a:prstGeom prst="rect">
                <a:avLst/>
              </a:prstGeom>
            </p:spPr>
            <p:txBody>
              <a:bodyPr lIns="0" tIns="0" rIns="0" bIns="0" rtlCol="0" anchor="ctr"/>
              <a:lstStyle/>
              <a:p>
                <a:pPr defTabSz="495330">
                  <a:lnSpc>
                    <a:spcPts val="1170"/>
                  </a:lnSpc>
                </a:pPr>
                <a:r>
                  <a:rPr lang="en-US" sz="975" b="1" dirty="0">
                    <a:solidFill>
                      <a:srgbClr val="000000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rPr>
                  <a:t>IoT and digital engineering</a:t>
                </a:r>
              </a:p>
            </p:txBody>
          </p:sp>
          <p:sp>
            <p:nvSpPr>
              <p:cNvPr id="90" name="Freeform 90"/>
              <p:cNvSpPr/>
              <p:nvPr/>
            </p:nvSpPr>
            <p:spPr>
              <a:xfrm>
                <a:off x="5947476" y="5172111"/>
                <a:ext cx="105045" cy="104116"/>
              </a:xfrm>
              <a:custGeom>
                <a:avLst/>
                <a:gdLst/>
                <a:ahLst/>
                <a:cxnLst/>
                <a:rect l="l" t="t" r="r" b="b"/>
                <a:pathLst>
                  <a:path w="258572" h="256286">
                    <a:moveTo>
                      <a:pt x="0" y="128143"/>
                    </a:moveTo>
                    <a:cubicBezTo>
                      <a:pt x="0" y="57404"/>
                      <a:pt x="57912" y="0"/>
                      <a:pt x="129286" y="0"/>
                    </a:cubicBezTo>
                    <a:cubicBezTo>
                      <a:pt x="200660" y="0"/>
                      <a:pt x="258572" y="57404"/>
                      <a:pt x="258572" y="128143"/>
                    </a:cubicBezTo>
                    <a:cubicBezTo>
                      <a:pt x="258572" y="198882"/>
                      <a:pt x="200787" y="256286"/>
                      <a:pt x="129286" y="256286"/>
                    </a:cubicBezTo>
                    <a:cubicBezTo>
                      <a:pt x="57785" y="256286"/>
                      <a:pt x="0" y="198882"/>
                      <a:pt x="0" y="128143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37F8815F-64B4-A0FB-AE06-E9A562B61A4D}"/>
                </a:ext>
              </a:extLst>
            </p:cNvPr>
            <p:cNvGrpSpPr/>
            <p:nvPr/>
          </p:nvGrpSpPr>
          <p:grpSpPr>
            <a:xfrm>
              <a:off x="437021" y="1724878"/>
              <a:ext cx="4706600" cy="3551333"/>
              <a:chOff x="437021" y="1724878"/>
              <a:chExt cx="4706600" cy="3551333"/>
            </a:xfrm>
          </p:grpSpPr>
          <p:grpSp>
            <p:nvGrpSpPr>
              <p:cNvPr id="16" name="Group 16"/>
              <p:cNvGrpSpPr/>
              <p:nvPr/>
            </p:nvGrpSpPr>
            <p:grpSpPr>
              <a:xfrm>
                <a:off x="2659258" y="2930637"/>
                <a:ext cx="1136643" cy="1126191"/>
                <a:chOff x="0" y="0"/>
                <a:chExt cx="2797889" cy="2772162"/>
              </a:xfrm>
            </p:grpSpPr>
            <p:sp>
              <p:nvSpPr>
                <p:cNvPr id="17" name="Freeform 17"/>
                <p:cNvSpPr/>
                <p:nvPr/>
              </p:nvSpPr>
              <p:spPr>
                <a:xfrm>
                  <a:off x="0" y="0"/>
                  <a:ext cx="2797937" cy="277215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797937" h="2772156">
                      <a:moveTo>
                        <a:pt x="0" y="1386078"/>
                      </a:moveTo>
                      <a:cubicBezTo>
                        <a:pt x="0" y="620522"/>
                        <a:pt x="626364" y="0"/>
                        <a:pt x="1398905" y="0"/>
                      </a:cubicBezTo>
                      <a:cubicBezTo>
                        <a:pt x="2171446" y="0"/>
                        <a:pt x="2797937" y="620522"/>
                        <a:pt x="2797937" y="1386078"/>
                      </a:cubicBezTo>
                      <a:cubicBezTo>
                        <a:pt x="2797937" y="2151634"/>
                        <a:pt x="2171573" y="2772156"/>
                        <a:pt x="1398905" y="2772156"/>
                      </a:cubicBezTo>
                      <a:cubicBezTo>
                        <a:pt x="626237" y="2772156"/>
                        <a:pt x="0" y="2151634"/>
                        <a:pt x="0" y="1386078"/>
                      </a:cubicBezTo>
                      <a:close/>
                    </a:path>
                  </a:pathLst>
                </a:custGeom>
                <a:solidFill>
                  <a:srgbClr val="EB5000"/>
                </a:solidFill>
              </p:spPr>
            </p:sp>
          </p:grpSp>
          <p:grpSp>
            <p:nvGrpSpPr>
              <p:cNvPr id="18" name="Group 18"/>
              <p:cNvGrpSpPr/>
              <p:nvPr/>
            </p:nvGrpSpPr>
            <p:grpSpPr>
              <a:xfrm>
                <a:off x="2405984" y="2679691"/>
                <a:ext cx="1643190" cy="1628083"/>
                <a:chOff x="0" y="0"/>
                <a:chExt cx="4044774" cy="4007589"/>
              </a:xfrm>
            </p:grpSpPr>
            <p:sp>
              <p:nvSpPr>
                <p:cNvPr id="19" name="Freeform 19"/>
                <p:cNvSpPr/>
                <p:nvPr/>
              </p:nvSpPr>
              <p:spPr>
                <a:xfrm>
                  <a:off x="0" y="0"/>
                  <a:ext cx="4044823" cy="4007612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44823" h="4007612">
                      <a:moveTo>
                        <a:pt x="0" y="2003806"/>
                      </a:moveTo>
                      <a:cubicBezTo>
                        <a:pt x="0" y="897128"/>
                        <a:pt x="905510" y="0"/>
                        <a:pt x="2022348" y="0"/>
                      </a:cubicBezTo>
                      <a:cubicBezTo>
                        <a:pt x="3139186" y="0"/>
                        <a:pt x="4044823" y="897128"/>
                        <a:pt x="4044823" y="2003806"/>
                      </a:cubicBezTo>
                      <a:cubicBezTo>
                        <a:pt x="4044823" y="3110484"/>
                        <a:pt x="3139313" y="4007612"/>
                        <a:pt x="2022475" y="4007612"/>
                      </a:cubicBezTo>
                      <a:cubicBezTo>
                        <a:pt x="905637" y="4007612"/>
                        <a:pt x="0" y="3110484"/>
                        <a:pt x="0" y="2003806"/>
                      </a:cubicBezTo>
                      <a:close/>
                      <a:moveTo>
                        <a:pt x="229108" y="2003806"/>
                      </a:moveTo>
                      <a:cubicBezTo>
                        <a:pt x="229108" y="2983992"/>
                        <a:pt x="1032002" y="3778504"/>
                        <a:pt x="2022475" y="3778504"/>
                      </a:cubicBezTo>
                      <a:cubicBezTo>
                        <a:pt x="3012948" y="3778504"/>
                        <a:pt x="3815842" y="2983992"/>
                        <a:pt x="3815842" y="2003806"/>
                      </a:cubicBezTo>
                      <a:cubicBezTo>
                        <a:pt x="3815842" y="1023620"/>
                        <a:pt x="3012821" y="229108"/>
                        <a:pt x="2022348" y="229108"/>
                      </a:cubicBezTo>
                      <a:cubicBezTo>
                        <a:pt x="1031875" y="229108"/>
                        <a:pt x="229108" y="1023620"/>
                        <a:pt x="229108" y="2003806"/>
                      </a:cubicBezTo>
                      <a:close/>
                    </a:path>
                  </a:pathLst>
                </a:custGeom>
                <a:solidFill>
                  <a:srgbClr val="D9D9D9">
                    <a:alpha val="63922"/>
                  </a:srgbClr>
                </a:solidFill>
              </p:spPr>
            </p:sp>
          </p:grpSp>
          <p:grpSp>
            <p:nvGrpSpPr>
              <p:cNvPr id="20" name="Group 20"/>
              <p:cNvGrpSpPr/>
              <p:nvPr/>
            </p:nvGrpSpPr>
            <p:grpSpPr>
              <a:xfrm>
                <a:off x="2574403" y="2838526"/>
                <a:ext cx="1310407" cy="1298359"/>
                <a:chOff x="0" y="0"/>
                <a:chExt cx="3225617" cy="3195962"/>
              </a:xfrm>
            </p:grpSpPr>
            <p:sp>
              <p:nvSpPr>
                <p:cNvPr id="21" name="Freeform 21"/>
                <p:cNvSpPr/>
                <p:nvPr/>
              </p:nvSpPr>
              <p:spPr>
                <a:xfrm>
                  <a:off x="0" y="0"/>
                  <a:ext cx="3225673" cy="319595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225673" h="3195955">
                      <a:moveTo>
                        <a:pt x="0" y="1598041"/>
                      </a:moveTo>
                      <a:cubicBezTo>
                        <a:pt x="0" y="715391"/>
                        <a:pt x="722122" y="0"/>
                        <a:pt x="1612773" y="0"/>
                      </a:cubicBezTo>
                      <a:cubicBezTo>
                        <a:pt x="2503424" y="0"/>
                        <a:pt x="3225673" y="715391"/>
                        <a:pt x="3225673" y="1598041"/>
                      </a:cubicBezTo>
                      <a:cubicBezTo>
                        <a:pt x="3225673" y="2480691"/>
                        <a:pt x="2503551" y="3195955"/>
                        <a:pt x="1612773" y="3195955"/>
                      </a:cubicBezTo>
                      <a:cubicBezTo>
                        <a:pt x="721995" y="3195955"/>
                        <a:pt x="0" y="2480564"/>
                        <a:pt x="0" y="1598041"/>
                      </a:cubicBezTo>
                      <a:close/>
                      <a:moveTo>
                        <a:pt x="45847" y="1598041"/>
                      </a:moveTo>
                      <a:cubicBezTo>
                        <a:pt x="45847" y="2455291"/>
                        <a:pt x="747395" y="3150108"/>
                        <a:pt x="1612773" y="3150108"/>
                      </a:cubicBezTo>
                      <a:cubicBezTo>
                        <a:pt x="2478151" y="3150108"/>
                        <a:pt x="3179699" y="2455164"/>
                        <a:pt x="3179699" y="1598041"/>
                      </a:cubicBezTo>
                      <a:cubicBezTo>
                        <a:pt x="3179699" y="740918"/>
                        <a:pt x="2478151" y="45847"/>
                        <a:pt x="1612773" y="45847"/>
                      </a:cubicBezTo>
                      <a:cubicBezTo>
                        <a:pt x="747395" y="45847"/>
                        <a:pt x="45847" y="740791"/>
                        <a:pt x="45847" y="1598041"/>
                      </a:cubicBezTo>
                      <a:close/>
                    </a:path>
                  </a:pathLst>
                </a:custGeom>
                <a:solidFill>
                  <a:srgbClr val="D9D9D9">
                    <a:alpha val="63922"/>
                  </a:srgbClr>
                </a:solidFill>
              </p:spPr>
            </p:sp>
          </p:grpSp>
          <p:grpSp>
            <p:nvGrpSpPr>
              <p:cNvPr id="23" name="Group 23"/>
              <p:cNvGrpSpPr/>
              <p:nvPr/>
            </p:nvGrpSpPr>
            <p:grpSpPr>
              <a:xfrm>
                <a:off x="2733623" y="4398101"/>
                <a:ext cx="80433" cy="79694"/>
                <a:chOff x="0" y="0"/>
                <a:chExt cx="197990" cy="196170"/>
              </a:xfrm>
            </p:grpSpPr>
            <p:sp>
              <p:nvSpPr>
                <p:cNvPr id="24" name="Freeform 24"/>
                <p:cNvSpPr/>
                <p:nvPr/>
              </p:nvSpPr>
              <p:spPr>
                <a:xfrm>
                  <a:off x="0" y="0"/>
                  <a:ext cx="197866" cy="196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866" h="196088">
                      <a:moveTo>
                        <a:pt x="0" y="98044"/>
                      </a:moveTo>
                      <a:cubicBezTo>
                        <a:pt x="0" y="43942"/>
                        <a:pt x="44323" y="0"/>
                        <a:pt x="98933" y="0"/>
                      </a:cubicBezTo>
                      <a:cubicBezTo>
                        <a:pt x="153543" y="0"/>
                        <a:pt x="197866" y="43942"/>
                        <a:pt x="197866" y="98044"/>
                      </a:cubicBezTo>
                      <a:cubicBezTo>
                        <a:pt x="197866" y="152146"/>
                        <a:pt x="153543" y="196088"/>
                        <a:pt x="98933" y="196088"/>
                      </a:cubicBezTo>
                      <a:cubicBezTo>
                        <a:pt x="44323" y="196088"/>
                        <a:pt x="0" y="152273"/>
                        <a:pt x="0" y="98044"/>
                      </a:cubicBezTo>
                      <a:close/>
                    </a:path>
                  </a:pathLst>
                </a:custGeom>
                <a:solidFill>
                  <a:srgbClr val="1ACFCF"/>
                </a:solidFill>
              </p:spPr>
            </p:sp>
          </p:grpSp>
          <p:grpSp>
            <p:nvGrpSpPr>
              <p:cNvPr id="25" name="Group 25"/>
              <p:cNvGrpSpPr/>
              <p:nvPr/>
            </p:nvGrpSpPr>
            <p:grpSpPr>
              <a:xfrm>
                <a:off x="3640033" y="4398101"/>
                <a:ext cx="80433" cy="79694"/>
                <a:chOff x="0" y="0"/>
                <a:chExt cx="197990" cy="196170"/>
              </a:xfrm>
            </p:grpSpPr>
            <p:sp>
              <p:nvSpPr>
                <p:cNvPr id="26" name="Freeform 26"/>
                <p:cNvSpPr/>
                <p:nvPr/>
              </p:nvSpPr>
              <p:spPr>
                <a:xfrm>
                  <a:off x="0" y="0"/>
                  <a:ext cx="197866" cy="196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866" h="196088">
                      <a:moveTo>
                        <a:pt x="0" y="98044"/>
                      </a:moveTo>
                      <a:cubicBezTo>
                        <a:pt x="0" y="43942"/>
                        <a:pt x="44323" y="0"/>
                        <a:pt x="98933" y="0"/>
                      </a:cubicBezTo>
                      <a:cubicBezTo>
                        <a:pt x="153543" y="0"/>
                        <a:pt x="197866" y="43942"/>
                        <a:pt x="197866" y="98044"/>
                      </a:cubicBezTo>
                      <a:cubicBezTo>
                        <a:pt x="197866" y="152146"/>
                        <a:pt x="153543" y="196088"/>
                        <a:pt x="98933" y="196088"/>
                      </a:cubicBezTo>
                      <a:cubicBezTo>
                        <a:pt x="44323" y="196088"/>
                        <a:pt x="0" y="152273"/>
                        <a:pt x="0" y="98044"/>
                      </a:cubicBezTo>
                      <a:close/>
                    </a:path>
                  </a:pathLst>
                </a:custGeom>
                <a:solidFill>
                  <a:srgbClr val="007DC5"/>
                </a:solidFill>
              </p:spPr>
            </p:sp>
          </p:grpSp>
          <p:grpSp>
            <p:nvGrpSpPr>
              <p:cNvPr id="27" name="Group 27"/>
              <p:cNvGrpSpPr/>
              <p:nvPr/>
            </p:nvGrpSpPr>
            <p:grpSpPr>
              <a:xfrm>
                <a:off x="2288650" y="3922608"/>
                <a:ext cx="80433" cy="79694"/>
                <a:chOff x="0" y="0"/>
                <a:chExt cx="197990" cy="196170"/>
              </a:xfrm>
            </p:grpSpPr>
            <p:sp>
              <p:nvSpPr>
                <p:cNvPr id="28" name="Freeform 28"/>
                <p:cNvSpPr/>
                <p:nvPr/>
              </p:nvSpPr>
              <p:spPr>
                <a:xfrm>
                  <a:off x="0" y="0"/>
                  <a:ext cx="197866" cy="196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866" h="196088">
                      <a:moveTo>
                        <a:pt x="0" y="98044"/>
                      </a:moveTo>
                      <a:cubicBezTo>
                        <a:pt x="0" y="43942"/>
                        <a:pt x="44323" y="0"/>
                        <a:pt x="98933" y="0"/>
                      </a:cubicBezTo>
                      <a:cubicBezTo>
                        <a:pt x="153543" y="0"/>
                        <a:pt x="197866" y="43942"/>
                        <a:pt x="197866" y="98044"/>
                      </a:cubicBezTo>
                      <a:cubicBezTo>
                        <a:pt x="197866" y="152146"/>
                        <a:pt x="153543" y="196088"/>
                        <a:pt x="98933" y="196088"/>
                      </a:cubicBezTo>
                      <a:cubicBezTo>
                        <a:pt x="44323" y="196088"/>
                        <a:pt x="0" y="152273"/>
                        <a:pt x="0" y="98044"/>
                      </a:cubicBezTo>
                      <a:close/>
                    </a:path>
                  </a:pathLst>
                </a:custGeom>
                <a:solidFill>
                  <a:srgbClr val="007DC5"/>
                </a:solidFill>
              </p:spPr>
            </p:sp>
          </p:grpSp>
          <p:grpSp>
            <p:nvGrpSpPr>
              <p:cNvPr id="29" name="Group 29"/>
              <p:cNvGrpSpPr/>
              <p:nvPr/>
            </p:nvGrpSpPr>
            <p:grpSpPr>
              <a:xfrm>
                <a:off x="4084187" y="3922608"/>
                <a:ext cx="80433" cy="79694"/>
                <a:chOff x="0" y="0"/>
                <a:chExt cx="197990" cy="196170"/>
              </a:xfrm>
            </p:grpSpPr>
            <p:sp>
              <p:nvSpPr>
                <p:cNvPr id="30" name="Freeform 30"/>
                <p:cNvSpPr/>
                <p:nvPr/>
              </p:nvSpPr>
              <p:spPr>
                <a:xfrm>
                  <a:off x="0" y="0"/>
                  <a:ext cx="197866" cy="196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866" h="196088">
                      <a:moveTo>
                        <a:pt x="0" y="98044"/>
                      </a:moveTo>
                      <a:cubicBezTo>
                        <a:pt x="0" y="43942"/>
                        <a:pt x="44323" y="0"/>
                        <a:pt x="98933" y="0"/>
                      </a:cubicBezTo>
                      <a:cubicBezTo>
                        <a:pt x="153543" y="0"/>
                        <a:pt x="197866" y="43942"/>
                        <a:pt x="197866" y="98044"/>
                      </a:cubicBezTo>
                      <a:cubicBezTo>
                        <a:pt x="197866" y="152146"/>
                        <a:pt x="153543" y="196088"/>
                        <a:pt x="98933" y="196088"/>
                      </a:cubicBezTo>
                      <a:cubicBezTo>
                        <a:pt x="44323" y="196088"/>
                        <a:pt x="0" y="152273"/>
                        <a:pt x="0" y="98044"/>
                      </a:cubicBezTo>
                      <a:close/>
                    </a:path>
                  </a:pathLst>
                </a:custGeom>
                <a:solidFill>
                  <a:srgbClr val="1ACFCF"/>
                </a:solidFill>
              </p:spPr>
            </p:sp>
          </p:grpSp>
          <p:grpSp>
            <p:nvGrpSpPr>
              <p:cNvPr id="31" name="Group 31"/>
              <p:cNvGrpSpPr/>
              <p:nvPr/>
            </p:nvGrpSpPr>
            <p:grpSpPr>
              <a:xfrm>
                <a:off x="2166141" y="3414916"/>
                <a:ext cx="80433" cy="79694"/>
                <a:chOff x="0" y="0"/>
                <a:chExt cx="197990" cy="196170"/>
              </a:xfrm>
            </p:grpSpPr>
            <p:sp>
              <p:nvSpPr>
                <p:cNvPr id="32" name="Freeform 32"/>
                <p:cNvSpPr/>
                <p:nvPr/>
              </p:nvSpPr>
              <p:spPr>
                <a:xfrm>
                  <a:off x="0" y="0"/>
                  <a:ext cx="197866" cy="196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866" h="196088">
                      <a:moveTo>
                        <a:pt x="0" y="98044"/>
                      </a:moveTo>
                      <a:cubicBezTo>
                        <a:pt x="0" y="43942"/>
                        <a:pt x="44323" y="0"/>
                        <a:pt x="98933" y="0"/>
                      </a:cubicBezTo>
                      <a:cubicBezTo>
                        <a:pt x="153543" y="0"/>
                        <a:pt x="197866" y="43942"/>
                        <a:pt x="197866" y="98044"/>
                      </a:cubicBezTo>
                      <a:cubicBezTo>
                        <a:pt x="197866" y="152146"/>
                        <a:pt x="153543" y="196088"/>
                        <a:pt x="98933" y="196088"/>
                      </a:cubicBezTo>
                      <a:cubicBezTo>
                        <a:pt x="44323" y="196088"/>
                        <a:pt x="0" y="152273"/>
                        <a:pt x="0" y="9804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</p:spPr>
            </p:sp>
          </p:grpSp>
          <p:grpSp>
            <p:nvGrpSpPr>
              <p:cNvPr id="33" name="Group 33"/>
              <p:cNvGrpSpPr/>
              <p:nvPr/>
            </p:nvGrpSpPr>
            <p:grpSpPr>
              <a:xfrm>
                <a:off x="4211094" y="3414916"/>
                <a:ext cx="80433" cy="79694"/>
                <a:chOff x="0" y="0"/>
                <a:chExt cx="197990" cy="196170"/>
              </a:xfrm>
            </p:grpSpPr>
            <p:sp>
              <p:nvSpPr>
                <p:cNvPr id="34" name="Freeform 34"/>
                <p:cNvSpPr/>
                <p:nvPr/>
              </p:nvSpPr>
              <p:spPr>
                <a:xfrm>
                  <a:off x="0" y="0"/>
                  <a:ext cx="197866" cy="196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866" h="196088">
                      <a:moveTo>
                        <a:pt x="0" y="98044"/>
                      </a:moveTo>
                      <a:cubicBezTo>
                        <a:pt x="0" y="43942"/>
                        <a:pt x="44323" y="0"/>
                        <a:pt x="98933" y="0"/>
                      </a:cubicBezTo>
                      <a:cubicBezTo>
                        <a:pt x="153543" y="0"/>
                        <a:pt x="197866" y="43942"/>
                        <a:pt x="197866" y="98044"/>
                      </a:cubicBezTo>
                      <a:cubicBezTo>
                        <a:pt x="197866" y="152146"/>
                        <a:pt x="153543" y="196088"/>
                        <a:pt x="98933" y="196088"/>
                      </a:cubicBezTo>
                      <a:cubicBezTo>
                        <a:pt x="44323" y="196088"/>
                        <a:pt x="0" y="152273"/>
                        <a:pt x="0" y="98044"/>
                      </a:cubicBezTo>
                      <a:close/>
                    </a:path>
                  </a:pathLst>
                </a:custGeom>
                <a:solidFill>
                  <a:srgbClr val="007DC5"/>
                </a:solidFill>
              </p:spPr>
            </p:sp>
          </p:grpSp>
          <p:grpSp>
            <p:nvGrpSpPr>
              <p:cNvPr id="35" name="Group 35"/>
              <p:cNvGrpSpPr/>
              <p:nvPr/>
            </p:nvGrpSpPr>
            <p:grpSpPr>
              <a:xfrm>
                <a:off x="2366108" y="2859399"/>
                <a:ext cx="80433" cy="79694"/>
                <a:chOff x="0" y="0"/>
                <a:chExt cx="197990" cy="196170"/>
              </a:xfrm>
            </p:grpSpPr>
            <p:sp>
              <p:nvSpPr>
                <p:cNvPr id="36" name="Freeform 36"/>
                <p:cNvSpPr/>
                <p:nvPr/>
              </p:nvSpPr>
              <p:spPr>
                <a:xfrm>
                  <a:off x="0" y="0"/>
                  <a:ext cx="197866" cy="196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866" h="196088">
                      <a:moveTo>
                        <a:pt x="0" y="98044"/>
                      </a:moveTo>
                      <a:cubicBezTo>
                        <a:pt x="0" y="43942"/>
                        <a:pt x="44323" y="0"/>
                        <a:pt x="98933" y="0"/>
                      </a:cubicBezTo>
                      <a:cubicBezTo>
                        <a:pt x="153543" y="0"/>
                        <a:pt x="197866" y="43942"/>
                        <a:pt x="197866" y="98044"/>
                      </a:cubicBezTo>
                      <a:cubicBezTo>
                        <a:pt x="197866" y="152146"/>
                        <a:pt x="153543" y="196088"/>
                        <a:pt x="98933" y="196088"/>
                      </a:cubicBezTo>
                      <a:cubicBezTo>
                        <a:pt x="44323" y="196088"/>
                        <a:pt x="0" y="152273"/>
                        <a:pt x="0" y="98044"/>
                      </a:cubicBezTo>
                      <a:close/>
                    </a:path>
                  </a:pathLst>
                </a:custGeom>
                <a:solidFill>
                  <a:srgbClr val="1ACFCF"/>
                </a:solidFill>
              </p:spPr>
            </p:sp>
          </p:grpSp>
          <p:grpSp>
            <p:nvGrpSpPr>
              <p:cNvPr id="37" name="Group 37"/>
              <p:cNvGrpSpPr/>
              <p:nvPr/>
            </p:nvGrpSpPr>
            <p:grpSpPr>
              <a:xfrm>
                <a:off x="4000779" y="2859399"/>
                <a:ext cx="80433" cy="79694"/>
                <a:chOff x="0" y="0"/>
                <a:chExt cx="197990" cy="196170"/>
              </a:xfrm>
            </p:grpSpPr>
            <p:sp>
              <p:nvSpPr>
                <p:cNvPr id="38" name="Freeform 38"/>
                <p:cNvSpPr/>
                <p:nvPr/>
              </p:nvSpPr>
              <p:spPr>
                <a:xfrm>
                  <a:off x="0" y="0"/>
                  <a:ext cx="197866" cy="196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866" h="196088">
                      <a:moveTo>
                        <a:pt x="0" y="98044"/>
                      </a:moveTo>
                      <a:cubicBezTo>
                        <a:pt x="0" y="43942"/>
                        <a:pt x="44323" y="0"/>
                        <a:pt x="98933" y="0"/>
                      </a:cubicBezTo>
                      <a:cubicBezTo>
                        <a:pt x="153543" y="0"/>
                        <a:pt x="197866" y="43942"/>
                        <a:pt x="197866" y="98044"/>
                      </a:cubicBezTo>
                      <a:cubicBezTo>
                        <a:pt x="197866" y="152146"/>
                        <a:pt x="153543" y="196088"/>
                        <a:pt x="98933" y="196088"/>
                      </a:cubicBezTo>
                      <a:cubicBezTo>
                        <a:pt x="44323" y="196088"/>
                        <a:pt x="0" y="152273"/>
                        <a:pt x="0" y="98044"/>
                      </a:cubicBezTo>
                      <a:close/>
                    </a:path>
                  </a:pathLst>
                </a:custGeom>
                <a:solidFill>
                  <a:srgbClr val="1ACFCF"/>
                </a:solidFill>
              </p:spPr>
            </p:sp>
          </p:grpSp>
          <p:grpSp>
            <p:nvGrpSpPr>
              <p:cNvPr id="39" name="Group 39"/>
              <p:cNvGrpSpPr/>
              <p:nvPr/>
            </p:nvGrpSpPr>
            <p:grpSpPr>
              <a:xfrm>
                <a:off x="2741321" y="2536956"/>
                <a:ext cx="80433" cy="79694"/>
                <a:chOff x="0" y="0"/>
                <a:chExt cx="197990" cy="196170"/>
              </a:xfrm>
            </p:grpSpPr>
            <p:sp>
              <p:nvSpPr>
                <p:cNvPr id="40" name="Freeform 40"/>
                <p:cNvSpPr/>
                <p:nvPr/>
              </p:nvSpPr>
              <p:spPr>
                <a:xfrm>
                  <a:off x="0" y="0"/>
                  <a:ext cx="197866" cy="196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866" h="196088">
                      <a:moveTo>
                        <a:pt x="0" y="98044"/>
                      </a:moveTo>
                      <a:cubicBezTo>
                        <a:pt x="0" y="43942"/>
                        <a:pt x="44323" y="0"/>
                        <a:pt x="98933" y="0"/>
                      </a:cubicBezTo>
                      <a:cubicBezTo>
                        <a:pt x="153543" y="0"/>
                        <a:pt x="197866" y="43942"/>
                        <a:pt x="197866" y="98044"/>
                      </a:cubicBezTo>
                      <a:cubicBezTo>
                        <a:pt x="197866" y="152146"/>
                        <a:pt x="153543" y="196088"/>
                        <a:pt x="98933" y="196088"/>
                      </a:cubicBezTo>
                      <a:cubicBezTo>
                        <a:pt x="44323" y="196088"/>
                        <a:pt x="0" y="152273"/>
                        <a:pt x="0" y="98044"/>
                      </a:cubicBezTo>
                      <a:close/>
                    </a:path>
                  </a:pathLst>
                </a:custGeom>
                <a:solidFill>
                  <a:srgbClr val="007DC5"/>
                </a:solidFill>
              </p:spPr>
            </p:sp>
          </p:grpSp>
          <p:grpSp>
            <p:nvGrpSpPr>
              <p:cNvPr id="41" name="Group 41"/>
              <p:cNvGrpSpPr/>
              <p:nvPr/>
            </p:nvGrpSpPr>
            <p:grpSpPr>
              <a:xfrm>
                <a:off x="2208308" y="4499644"/>
                <a:ext cx="449350" cy="445219"/>
                <a:chOff x="0" y="0"/>
                <a:chExt cx="1106093" cy="1095924"/>
              </a:xfrm>
            </p:grpSpPr>
            <p:sp>
              <p:nvSpPr>
                <p:cNvPr id="42" name="Freeform 42"/>
                <p:cNvSpPr/>
                <p:nvPr/>
              </p:nvSpPr>
              <p:spPr>
                <a:xfrm>
                  <a:off x="0" y="0"/>
                  <a:ext cx="1106043" cy="10958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6043" h="1095883">
                      <a:moveTo>
                        <a:pt x="0" y="548005"/>
                      </a:moveTo>
                      <a:cubicBezTo>
                        <a:pt x="0" y="245364"/>
                        <a:pt x="247650" y="0"/>
                        <a:pt x="553085" y="0"/>
                      </a:cubicBezTo>
                      <a:cubicBezTo>
                        <a:pt x="858520" y="0"/>
                        <a:pt x="1106043" y="245364"/>
                        <a:pt x="1106043" y="548005"/>
                      </a:cubicBezTo>
                      <a:cubicBezTo>
                        <a:pt x="1106043" y="850646"/>
                        <a:pt x="858520" y="1095883"/>
                        <a:pt x="553085" y="1095883"/>
                      </a:cubicBezTo>
                      <a:cubicBezTo>
                        <a:pt x="247650" y="1095883"/>
                        <a:pt x="0" y="850646"/>
                        <a:pt x="0" y="548005"/>
                      </a:cubicBezTo>
                      <a:close/>
                    </a:path>
                  </a:pathLst>
                </a:custGeom>
                <a:solidFill>
                  <a:srgbClr val="1ACFCF"/>
                </a:solidFill>
              </p:spPr>
            </p:sp>
          </p:grpSp>
          <p:grpSp>
            <p:nvGrpSpPr>
              <p:cNvPr id="43" name="Group 43"/>
              <p:cNvGrpSpPr/>
              <p:nvPr/>
            </p:nvGrpSpPr>
            <p:grpSpPr>
              <a:xfrm>
                <a:off x="3810597" y="4499644"/>
                <a:ext cx="449350" cy="445219"/>
                <a:chOff x="0" y="0"/>
                <a:chExt cx="1106093" cy="1095924"/>
              </a:xfrm>
            </p:grpSpPr>
            <p:sp>
              <p:nvSpPr>
                <p:cNvPr id="44" name="Freeform 44"/>
                <p:cNvSpPr/>
                <p:nvPr/>
              </p:nvSpPr>
              <p:spPr>
                <a:xfrm>
                  <a:off x="0" y="0"/>
                  <a:ext cx="1106043" cy="10958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6043" h="1095883">
                      <a:moveTo>
                        <a:pt x="0" y="548005"/>
                      </a:moveTo>
                      <a:cubicBezTo>
                        <a:pt x="0" y="245364"/>
                        <a:pt x="247650" y="0"/>
                        <a:pt x="553085" y="0"/>
                      </a:cubicBezTo>
                      <a:cubicBezTo>
                        <a:pt x="858520" y="0"/>
                        <a:pt x="1106043" y="245364"/>
                        <a:pt x="1106043" y="548005"/>
                      </a:cubicBezTo>
                      <a:cubicBezTo>
                        <a:pt x="1106043" y="850646"/>
                        <a:pt x="858520" y="1095883"/>
                        <a:pt x="553085" y="1095883"/>
                      </a:cubicBezTo>
                      <a:cubicBezTo>
                        <a:pt x="247650" y="1095883"/>
                        <a:pt x="0" y="850646"/>
                        <a:pt x="0" y="548005"/>
                      </a:cubicBezTo>
                      <a:close/>
                    </a:path>
                  </a:pathLst>
                </a:custGeom>
                <a:solidFill>
                  <a:srgbClr val="007DC5"/>
                </a:solidFill>
              </p:spPr>
            </p:sp>
          </p:grpSp>
          <p:grpSp>
            <p:nvGrpSpPr>
              <p:cNvPr id="45" name="Group 45"/>
              <p:cNvGrpSpPr/>
              <p:nvPr/>
            </p:nvGrpSpPr>
            <p:grpSpPr>
              <a:xfrm>
                <a:off x="1767150" y="3906986"/>
                <a:ext cx="449350" cy="445219"/>
                <a:chOff x="0" y="0"/>
                <a:chExt cx="1106093" cy="1095924"/>
              </a:xfrm>
            </p:grpSpPr>
            <p:sp>
              <p:nvSpPr>
                <p:cNvPr id="46" name="Freeform 46"/>
                <p:cNvSpPr/>
                <p:nvPr/>
              </p:nvSpPr>
              <p:spPr>
                <a:xfrm>
                  <a:off x="0" y="0"/>
                  <a:ext cx="1106043" cy="10958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6043" h="1095883">
                      <a:moveTo>
                        <a:pt x="0" y="548005"/>
                      </a:moveTo>
                      <a:cubicBezTo>
                        <a:pt x="0" y="245364"/>
                        <a:pt x="247650" y="0"/>
                        <a:pt x="553085" y="0"/>
                      </a:cubicBezTo>
                      <a:cubicBezTo>
                        <a:pt x="858520" y="0"/>
                        <a:pt x="1106043" y="245364"/>
                        <a:pt x="1106043" y="548005"/>
                      </a:cubicBezTo>
                      <a:cubicBezTo>
                        <a:pt x="1106043" y="850646"/>
                        <a:pt x="858520" y="1095883"/>
                        <a:pt x="553085" y="1095883"/>
                      </a:cubicBezTo>
                      <a:cubicBezTo>
                        <a:pt x="247650" y="1095883"/>
                        <a:pt x="0" y="850646"/>
                        <a:pt x="0" y="548005"/>
                      </a:cubicBezTo>
                      <a:close/>
                    </a:path>
                  </a:pathLst>
                </a:custGeom>
                <a:solidFill>
                  <a:srgbClr val="007DC5"/>
                </a:solidFill>
              </p:spPr>
            </p:sp>
          </p:grpSp>
          <p:grpSp>
            <p:nvGrpSpPr>
              <p:cNvPr id="47" name="Group 47"/>
              <p:cNvGrpSpPr/>
              <p:nvPr/>
            </p:nvGrpSpPr>
            <p:grpSpPr>
              <a:xfrm>
                <a:off x="4238657" y="3906986"/>
                <a:ext cx="449350" cy="445219"/>
                <a:chOff x="0" y="0"/>
                <a:chExt cx="1106093" cy="1095924"/>
              </a:xfrm>
            </p:grpSpPr>
            <p:sp>
              <p:nvSpPr>
                <p:cNvPr id="48" name="Freeform 48"/>
                <p:cNvSpPr/>
                <p:nvPr/>
              </p:nvSpPr>
              <p:spPr>
                <a:xfrm>
                  <a:off x="0" y="0"/>
                  <a:ext cx="1106043" cy="10958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6043" h="1095883">
                      <a:moveTo>
                        <a:pt x="0" y="548005"/>
                      </a:moveTo>
                      <a:cubicBezTo>
                        <a:pt x="0" y="245364"/>
                        <a:pt x="247650" y="0"/>
                        <a:pt x="553085" y="0"/>
                      </a:cubicBezTo>
                      <a:cubicBezTo>
                        <a:pt x="858520" y="0"/>
                        <a:pt x="1106043" y="245364"/>
                        <a:pt x="1106043" y="548005"/>
                      </a:cubicBezTo>
                      <a:cubicBezTo>
                        <a:pt x="1106043" y="850646"/>
                        <a:pt x="858520" y="1095883"/>
                        <a:pt x="553085" y="1095883"/>
                      </a:cubicBezTo>
                      <a:cubicBezTo>
                        <a:pt x="247650" y="1095883"/>
                        <a:pt x="0" y="850646"/>
                        <a:pt x="0" y="548005"/>
                      </a:cubicBezTo>
                      <a:close/>
                    </a:path>
                  </a:pathLst>
                </a:custGeom>
                <a:solidFill>
                  <a:srgbClr val="1ACFCF"/>
                </a:solidFill>
              </p:spPr>
            </p:sp>
          </p:grpSp>
          <p:grpSp>
            <p:nvGrpSpPr>
              <p:cNvPr id="49" name="Group 49"/>
              <p:cNvGrpSpPr/>
              <p:nvPr/>
            </p:nvGrpSpPr>
            <p:grpSpPr>
              <a:xfrm>
                <a:off x="1688486" y="3096962"/>
                <a:ext cx="449350" cy="445219"/>
                <a:chOff x="0" y="0"/>
                <a:chExt cx="1106093" cy="1095924"/>
              </a:xfrm>
            </p:grpSpPr>
            <p:sp>
              <p:nvSpPr>
                <p:cNvPr id="50" name="Freeform 50"/>
                <p:cNvSpPr/>
                <p:nvPr/>
              </p:nvSpPr>
              <p:spPr>
                <a:xfrm>
                  <a:off x="0" y="0"/>
                  <a:ext cx="1106043" cy="10958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6043" h="1095883">
                      <a:moveTo>
                        <a:pt x="0" y="548005"/>
                      </a:moveTo>
                      <a:cubicBezTo>
                        <a:pt x="0" y="245364"/>
                        <a:pt x="247650" y="0"/>
                        <a:pt x="553085" y="0"/>
                      </a:cubicBezTo>
                      <a:cubicBezTo>
                        <a:pt x="858520" y="0"/>
                        <a:pt x="1106043" y="245364"/>
                        <a:pt x="1106043" y="548005"/>
                      </a:cubicBezTo>
                      <a:cubicBezTo>
                        <a:pt x="1106043" y="850646"/>
                        <a:pt x="858520" y="1095883"/>
                        <a:pt x="553085" y="1095883"/>
                      </a:cubicBezTo>
                      <a:cubicBezTo>
                        <a:pt x="247650" y="1095883"/>
                        <a:pt x="0" y="850646"/>
                        <a:pt x="0" y="548005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</p:spPr>
            </p:sp>
          </p:grpSp>
          <p:grpSp>
            <p:nvGrpSpPr>
              <p:cNvPr id="51" name="Group 51"/>
              <p:cNvGrpSpPr/>
              <p:nvPr/>
            </p:nvGrpSpPr>
            <p:grpSpPr>
              <a:xfrm>
                <a:off x="4313828" y="3096962"/>
                <a:ext cx="449350" cy="445219"/>
                <a:chOff x="0" y="0"/>
                <a:chExt cx="1106093" cy="1095924"/>
              </a:xfrm>
            </p:grpSpPr>
            <p:sp>
              <p:nvSpPr>
                <p:cNvPr id="52" name="Freeform 52"/>
                <p:cNvSpPr/>
                <p:nvPr/>
              </p:nvSpPr>
              <p:spPr>
                <a:xfrm>
                  <a:off x="0" y="0"/>
                  <a:ext cx="1106043" cy="10958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6043" h="1095883">
                      <a:moveTo>
                        <a:pt x="0" y="548005"/>
                      </a:moveTo>
                      <a:cubicBezTo>
                        <a:pt x="0" y="245364"/>
                        <a:pt x="247650" y="0"/>
                        <a:pt x="553085" y="0"/>
                      </a:cubicBezTo>
                      <a:cubicBezTo>
                        <a:pt x="858520" y="0"/>
                        <a:pt x="1106043" y="245364"/>
                        <a:pt x="1106043" y="548005"/>
                      </a:cubicBezTo>
                      <a:cubicBezTo>
                        <a:pt x="1106043" y="850646"/>
                        <a:pt x="858520" y="1095883"/>
                        <a:pt x="553085" y="1095883"/>
                      </a:cubicBezTo>
                      <a:cubicBezTo>
                        <a:pt x="247650" y="1095883"/>
                        <a:pt x="0" y="850646"/>
                        <a:pt x="0" y="548005"/>
                      </a:cubicBezTo>
                      <a:close/>
                    </a:path>
                  </a:pathLst>
                </a:custGeom>
                <a:solidFill>
                  <a:srgbClr val="007DC5"/>
                </a:solidFill>
              </p:spPr>
            </p:sp>
          </p:grpSp>
          <p:grpSp>
            <p:nvGrpSpPr>
              <p:cNvPr id="53" name="Group 53"/>
              <p:cNvGrpSpPr/>
              <p:nvPr/>
            </p:nvGrpSpPr>
            <p:grpSpPr>
              <a:xfrm>
                <a:off x="1978839" y="2416133"/>
                <a:ext cx="449350" cy="445219"/>
                <a:chOff x="0" y="0"/>
                <a:chExt cx="1106093" cy="1095924"/>
              </a:xfrm>
            </p:grpSpPr>
            <p:sp>
              <p:nvSpPr>
                <p:cNvPr id="54" name="Freeform 54"/>
                <p:cNvSpPr/>
                <p:nvPr/>
              </p:nvSpPr>
              <p:spPr>
                <a:xfrm>
                  <a:off x="0" y="0"/>
                  <a:ext cx="1106043" cy="10958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6043" h="1095883">
                      <a:moveTo>
                        <a:pt x="0" y="548005"/>
                      </a:moveTo>
                      <a:cubicBezTo>
                        <a:pt x="0" y="245364"/>
                        <a:pt x="247650" y="0"/>
                        <a:pt x="553085" y="0"/>
                      </a:cubicBezTo>
                      <a:cubicBezTo>
                        <a:pt x="858520" y="0"/>
                        <a:pt x="1106043" y="245364"/>
                        <a:pt x="1106043" y="548005"/>
                      </a:cubicBezTo>
                      <a:cubicBezTo>
                        <a:pt x="1106043" y="850646"/>
                        <a:pt x="858520" y="1095883"/>
                        <a:pt x="553085" y="1095883"/>
                      </a:cubicBezTo>
                      <a:cubicBezTo>
                        <a:pt x="247650" y="1095883"/>
                        <a:pt x="0" y="850646"/>
                        <a:pt x="0" y="548005"/>
                      </a:cubicBezTo>
                      <a:close/>
                    </a:path>
                  </a:pathLst>
                </a:custGeom>
                <a:solidFill>
                  <a:srgbClr val="1ACFCF"/>
                </a:solidFill>
              </p:spPr>
            </p:sp>
          </p:grpSp>
          <p:grpSp>
            <p:nvGrpSpPr>
              <p:cNvPr id="55" name="Group 55"/>
              <p:cNvGrpSpPr/>
              <p:nvPr/>
            </p:nvGrpSpPr>
            <p:grpSpPr>
              <a:xfrm>
                <a:off x="4030342" y="2416133"/>
                <a:ext cx="449350" cy="445219"/>
                <a:chOff x="0" y="0"/>
                <a:chExt cx="1106093" cy="1095924"/>
              </a:xfrm>
            </p:grpSpPr>
            <p:sp>
              <p:nvSpPr>
                <p:cNvPr id="56" name="Freeform 56"/>
                <p:cNvSpPr/>
                <p:nvPr/>
              </p:nvSpPr>
              <p:spPr>
                <a:xfrm>
                  <a:off x="0" y="0"/>
                  <a:ext cx="1106043" cy="10958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6043" h="1095883">
                      <a:moveTo>
                        <a:pt x="0" y="548005"/>
                      </a:moveTo>
                      <a:cubicBezTo>
                        <a:pt x="0" y="245364"/>
                        <a:pt x="247650" y="0"/>
                        <a:pt x="553085" y="0"/>
                      </a:cubicBezTo>
                      <a:cubicBezTo>
                        <a:pt x="858520" y="0"/>
                        <a:pt x="1106043" y="245364"/>
                        <a:pt x="1106043" y="548005"/>
                      </a:cubicBezTo>
                      <a:cubicBezTo>
                        <a:pt x="1106043" y="850646"/>
                        <a:pt x="858520" y="1095883"/>
                        <a:pt x="553085" y="1095883"/>
                      </a:cubicBezTo>
                      <a:cubicBezTo>
                        <a:pt x="247650" y="1095883"/>
                        <a:pt x="0" y="850646"/>
                        <a:pt x="0" y="548005"/>
                      </a:cubicBezTo>
                      <a:close/>
                    </a:path>
                  </a:pathLst>
                </a:custGeom>
                <a:solidFill>
                  <a:srgbClr val="1ACFCF"/>
                </a:solidFill>
              </p:spPr>
            </p:sp>
          </p:grpSp>
          <p:grpSp>
            <p:nvGrpSpPr>
              <p:cNvPr id="57" name="Group 57"/>
              <p:cNvGrpSpPr/>
              <p:nvPr/>
            </p:nvGrpSpPr>
            <p:grpSpPr>
              <a:xfrm>
                <a:off x="2562467" y="2033078"/>
                <a:ext cx="449350" cy="445219"/>
                <a:chOff x="0" y="0"/>
                <a:chExt cx="1106093" cy="1095924"/>
              </a:xfrm>
            </p:grpSpPr>
            <p:sp>
              <p:nvSpPr>
                <p:cNvPr id="58" name="Freeform 58"/>
                <p:cNvSpPr/>
                <p:nvPr/>
              </p:nvSpPr>
              <p:spPr>
                <a:xfrm>
                  <a:off x="0" y="0"/>
                  <a:ext cx="1106043" cy="10958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6043" h="1095883">
                      <a:moveTo>
                        <a:pt x="0" y="548005"/>
                      </a:moveTo>
                      <a:cubicBezTo>
                        <a:pt x="0" y="245364"/>
                        <a:pt x="247650" y="0"/>
                        <a:pt x="553085" y="0"/>
                      </a:cubicBezTo>
                      <a:cubicBezTo>
                        <a:pt x="858520" y="0"/>
                        <a:pt x="1106043" y="245364"/>
                        <a:pt x="1106043" y="548005"/>
                      </a:cubicBezTo>
                      <a:cubicBezTo>
                        <a:pt x="1106043" y="850646"/>
                        <a:pt x="858520" y="1095883"/>
                        <a:pt x="553085" y="1095883"/>
                      </a:cubicBezTo>
                      <a:cubicBezTo>
                        <a:pt x="247650" y="1095883"/>
                        <a:pt x="0" y="850646"/>
                        <a:pt x="0" y="548005"/>
                      </a:cubicBezTo>
                      <a:close/>
                    </a:path>
                  </a:pathLst>
                </a:custGeom>
                <a:solidFill>
                  <a:srgbClr val="007DC5"/>
                </a:solidFill>
              </p:spPr>
            </p:sp>
          </p:grpSp>
          <p:sp>
            <p:nvSpPr>
              <p:cNvPr id="59" name="Freeform 59"/>
              <p:cNvSpPr/>
              <p:nvPr/>
            </p:nvSpPr>
            <p:spPr>
              <a:xfrm>
                <a:off x="2876736" y="3181768"/>
                <a:ext cx="701687" cy="623929"/>
              </a:xfrm>
              <a:custGeom>
                <a:avLst/>
                <a:gdLst/>
                <a:ahLst/>
                <a:cxnLst/>
                <a:rect l="l" t="t" r="r" b="b"/>
                <a:pathLst>
                  <a:path w="1295422" h="1151869">
                    <a:moveTo>
                      <a:pt x="0" y="0"/>
                    </a:moveTo>
                    <a:lnTo>
                      <a:pt x="1295422" y="0"/>
                    </a:lnTo>
                    <a:lnTo>
                      <a:pt x="1295422" y="1151868"/>
                    </a:lnTo>
                    <a:lnTo>
                      <a:pt x="0" y="115186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4"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 t="-485" b="-485"/>
                </a:stretch>
              </a:blipFill>
            </p:spPr>
          </p:sp>
          <p:grpSp>
            <p:nvGrpSpPr>
              <p:cNvPr id="60" name="Group 60"/>
              <p:cNvGrpSpPr/>
              <p:nvPr/>
            </p:nvGrpSpPr>
            <p:grpSpPr>
              <a:xfrm>
                <a:off x="1676490" y="4532840"/>
                <a:ext cx="627578" cy="228509"/>
                <a:chOff x="0" y="0"/>
                <a:chExt cx="1544809" cy="562484"/>
              </a:xfrm>
            </p:grpSpPr>
            <p:sp>
              <p:nvSpPr>
                <p:cNvPr id="61" name="Freeform 61"/>
                <p:cNvSpPr/>
                <p:nvPr/>
              </p:nvSpPr>
              <p:spPr>
                <a:xfrm>
                  <a:off x="0" y="0"/>
                  <a:ext cx="1544809" cy="562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544809" h="562484">
                      <a:moveTo>
                        <a:pt x="0" y="0"/>
                      </a:moveTo>
                      <a:lnTo>
                        <a:pt x="1544809" y="0"/>
                      </a:lnTo>
                      <a:lnTo>
                        <a:pt x="1544809" y="562484"/>
                      </a:lnTo>
                      <a:lnTo>
                        <a:pt x="0" y="562484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</p:spPr>
            </p:sp>
            <p:sp>
              <p:nvSpPr>
                <p:cNvPr id="62" name="TextBox 62"/>
                <p:cNvSpPr txBox="1"/>
                <p:nvPr/>
              </p:nvSpPr>
              <p:spPr>
                <a:xfrm>
                  <a:off x="0" y="-38100"/>
                  <a:ext cx="1544809" cy="600584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 defTabSz="495330">
                    <a:lnSpc>
                      <a:spcPts val="1170"/>
                    </a:lnSpc>
                  </a:pPr>
                  <a:r>
                    <a:rPr lang="en-US" sz="975" b="1">
                      <a:solidFill>
                        <a:srgbClr val="000000"/>
                      </a:solidFill>
                      <a:latin typeface="Calibri (MS) Bold"/>
                      <a:ea typeface="Calibri (MS) Bold"/>
                      <a:cs typeface="Calibri (MS) Bold"/>
                      <a:sym typeface="Calibri (MS) Bold"/>
                    </a:rPr>
                    <a:t>Cloud</a:t>
                  </a:r>
                </a:p>
              </p:txBody>
            </p:sp>
          </p:grpSp>
          <p:grpSp>
            <p:nvGrpSpPr>
              <p:cNvPr id="66" name="Group 66"/>
              <p:cNvGrpSpPr/>
              <p:nvPr/>
            </p:nvGrpSpPr>
            <p:grpSpPr>
              <a:xfrm>
                <a:off x="879423" y="4015342"/>
                <a:ext cx="1035872" cy="228509"/>
                <a:chOff x="0" y="0"/>
                <a:chExt cx="2549838" cy="562484"/>
              </a:xfrm>
            </p:grpSpPr>
            <p:sp>
              <p:nvSpPr>
                <p:cNvPr id="67" name="Freeform 67"/>
                <p:cNvSpPr/>
                <p:nvPr/>
              </p:nvSpPr>
              <p:spPr>
                <a:xfrm>
                  <a:off x="0" y="0"/>
                  <a:ext cx="2549839" cy="562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49839" h="562484">
                      <a:moveTo>
                        <a:pt x="0" y="0"/>
                      </a:moveTo>
                      <a:lnTo>
                        <a:pt x="2549839" y="0"/>
                      </a:lnTo>
                      <a:lnTo>
                        <a:pt x="2549839" y="562484"/>
                      </a:lnTo>
                      <a:lnTo>
                        <a:pt x="0" y="562484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</p:spPr>
            </p:sp>
            <p:sp>
              <p:nvSpPr>
                <p:cNvPr id="68" name="TextBox 68"/>
                <p:cNvSpPr txBox="1"/>
                <p:nvPr/>
              </p:nvSpPr>
              <p:spPr>
                <a:xfrm>
                  <a:off x="0" y="-38100"/>
                  <a:ext cx="2549838" cy="600584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 defTabSz="495330">
                    <a:lnSpc>
                      <a:spcPts val="1170"/>
                    </a:lnSpc>
                  </a:pPr>
                  <a:r>
                    <a:rPr lang="en-US" sz="975" b="1">
                      <a:solidFill>
                        <a:srgbClr val="000000"/>
                      </a:solidFill>
                      <a:latin typeface="Calibri (MS) Bold"/>
                      <a:ea typeface="Calibri (MS) Bold"/>
                      <a:cs typeface="Calibri (MS) Bold"/>
                      <a:sym typeface="Calibri (MS) Bold"/>
                    </a:rPr>
                    <a:t>Consulting</a:t>
                  </a:r>
                </a:p>
              </p:txBody>
            </p:sp>
          </p:grpSp>
          <p:grpSp>
            <p:nvGrpSpPr>
              <p:cNvPr id="72" name="Group 72"/>
              <p:cNvGrpSpPr/>
              <p:nvPr/>
            </p:nvGrpSpPr>
            <p:grpSpPr>
              <a:xfrm>
                <a:off x="587909" y="3205318"/>
                <a:ext cx="1248722" cy="228509"/>
                <a:chOff x="0" y="0"/>
                <a:chExt cx="3073777" cy="562484"/>
              </a:xfrm>
            </p:grpSpPr>
            <p:sp>
              <p:nvSpPr>
                <p:cNvPr id="73" name="Freeform 73"/>
                <p:cNvSpPr/>
                <p:nvPr/>
              </p:nvSpPr>
              <p:spPr>
                <a:xfrm>
                  <a:off x="0" y="0"/>
                  <a:ext cx="3073777" cy="562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73777" h="562484">
                      <a:moveTo>
                        <a:pt x="0" y="0"/>
                      </a:moveTo>
                      <a:lnTo>
                        <a:pt x="3073777" y="0"/>
                      </a:lnTo>
                      <a:lnTo>
                        <a:pt x="3073777" y="562484"/>
                      </a:lnTo>
                      <a:lnTo>
                        <a:pt x="0" y="562484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</p:spPr>
            </p:sp>
            <p:sp>
              <p:nvSpPr>
                <p:cNvPr id="74" name="TextBox 74"/>
                <p:cNvSpPr txBox="1"/>
                <p:nvPr/>
              </p:nvSpPr>
              <p:spPr>
                <a:xfrm>
                  <a:off x="0" y="-38100"/>
                  <a:ext cx="3073777" cy="600584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 defTabSz="495330">
                    <a:lnSpc>
                      <a:spcPts val="1170"/>
                    </a:lnSpc>
                  </a:pPr>
                  <a:r>
                    <a:rPr lang="en-US" sz="975" b="1">
                      <a:solidFill>
                        <a:srgbClr val="000000"/>
                      </a:solidFill>
                      <a:latin typeface="Calibri (MS) Bold"/>
                      <a:ea typeface="Calibri (MS) Bold"/>
                      <a:cs typeface="Calibri (MS) Bold"/>
                      <a:sym typeface="Calibri (MS) Bold"/>
                    </a:rPr>
                    <a:t>TCS Interactive</a:t>
                  </a:r>
                </a:p>
              </p:txBody>
            </p:sp>
          </p:grpSp>
          <p:grpSp>
            <p:nvGrpSpPr>
              <p:cNvPr id="84" name="Group 84"/>
              <p:cNvGrpSpPr/>
              <p:nvPr/>
            </p:nvGrpSpPr>
            <p:grpSpPr>
              <a:xfrm>
                <a:off x="1817379" y="1724878"/>
                <a:ext cx="1241626" cy="228509"/>
                <a:chOff x="0" y="0"/>
                <a:chExt cx="3056310" cy="562484"/>
              </a:xfrm>
            </p:grpSpPr>
            <p:sp>
              <p:nvSpPr>
                <p:cNvPr id="85" name="Freeform 85"/>
                <p:cNvSpPr/>
                <p:nvPr/>
              </p:nvSpPr>
              <p:spPr>
                <a:xfrm>
                  <a:off x="0" y="0"/>
                  <a:ext cx="3056311" cy="562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056311" h="562484">
                      <a:moveTo>
                        <a:pt x="0" y="0"/>
                      </a:moveTo>
                      <a:lnTo>
                        <a:pt x="3056311" y="0"/>
                      </a:lnTo>
                      <a:lnTo>
                        <a:pt x="3056311" y="562484"/>
                      </a:lnTo>
                      <a:lnTo>
                        <a:pt x="0" y="562484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</p:spPr>
            </p:sp>
            <p:sp>
              <p:nvSpPr>
                <p:cNvPr id="86" name="TextBox 86"/>
                <p:cNvSpPr txBox="1"/>
                <p:nvPr/>
              </p:nvSpPr>
              <p:spPr>
                <a:xfrm>
                  <a:off x="0" y="-38100"/>
                  <a:ext cx="3056310" cy="600584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 algn="ctr" defTabSz="495330">
                    <a:lnSpc>
                      <a:spcPts val="1170"/>
                    </a:lnSpc>
                  </a:pPr>
                  <a:r>
                    <a:rPr lang="en-US" sz="975" b="1">
                      <a:solidFill>
                        <a:srgbClr val="000000"/>
                      </a:solidFill>
                      <a:latin typeface="Calibri (MS) Bold"/>
                      <a:ea typeface="Calibri (MS) Bold"/>
                      <a:cs typeface="Calibri (MS) Bold"/>
                      <a:sym typeface="Calibri (MS) Bold"/>
                    </a:rPr>
                    <a:t> Cybersecurity</a:t>
                  </a:r>
                </a:p>
              </p:txBody>
            </p:sp>
          </p:grpSp>
          <p:grpSp>
            <p:nvGrpSpPr>
              <p:cNvPr id="87" name="Group 87"/>
              <p:cNvGrpSpPr/>
              <p:nvPr/>
            </p:nvGrpSpPr>
            <p:grpSpPr>
              <a:xfrm>
                <a:off x="437021" y="5172111"/>
                <a:ext cx="105068" cy="104100"/>
                <a:chOff x="0" y="0"/>
                <a:chExt cx="258628" cy="256246"/>
              </a:xfrm>
            </p:grpSpPr>
            <p:sp>
              <p:nvSpPr>
                <p:cNvPr id="88" name="Freeform 88"/>
                <p:cNvSpPr/>
                <p:nvPr/>
              </p:nvSpPr>
              <p:spPr>
                <a:xfrm>
                  <a:off x="0" y="0"/>
                  <a:ext cx="258572" cy="25628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8572" h="256286">
                      <a:moveTo>
                        <a:pt x="0" y="128143"/>
                      </a:moveTo>
                      <a:cubicBezTo>
                        <a:pt x="0" y="57404"/>
                        <a:pt x="57912" y="0"/>
                        <a:pt x="129286" y="0"/>
                      </a:cubicBezTo>
                      <a:cubicBezTo>
                        <a:pt x="200660" y="0"/>
                        <a:pt x="258572" y="57404"/>
                        <a:pt x="258572" y="128143"/>
                      </a:cubicBezTo>
                      <a:cubicBezTo>
                        <a:pt x="258572" y="198882"/>
                        <a:pt x="200787" y="256286"/>
                        <a:pt x="129286" y="256286"/>
                      </a:cubicBezTo>
                      <a:cubicBezTo>
                        <a:pt x="57785" y="256286"/>
                        <a:pt x="0" y="198882"/>
                        <a:pt x="0" y="128143"/>
                      </a:cubicBezTo>
                      <a:close/>
                    </a:path>
                  </a:pathLst>
                </a:custGeom>
                <a:solidFill>
                  <a:srgbClr val="D9D9D9"/>
                </a:solidFill>
              </p:spPr>
            </p:sp>
          </p:grpSp>
          <p:sp>
            <p:nvSpPr>
              <p:cNvPr id="92" name="Freeform 92"/>
              <p:cNvSpPr/>
              <p:nvPr/>
            </p:nvSpPr>
            <p:spPr>
              <a:xfrm>
                <a:off x="2293388" y="4587494"/>
                <a:ext cx="279192" cy="188611"/>
              </a:xfrm>
              <a:custGeom>
                <a:avLst/>
                <a:gdLst/>
                <a:ahLst/>
                <a:cxnLst/>
                <a:rect l="l" t="t" r="r" b="b"/>
                <a:pathLst>
                  <a:path w="515432" h="348205">
                    <a:moveTo>
                      <a:pt x="0" y="0"/>
                    </a:moveTo>
                    <a:lnTo>
                      <a:pt x="515432" y="0"/>
                    </a:lnTo>
                    <a:lnTo>
                      <a:pt x="515432" y="348205"/>
                    </a:lnTo>
                    <a:lnTo>
                      <a:pt x="0" y="34820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6">
                  <a:extLst>
                    <a:ext uri="{96DAC541-7B7A-43D3-8B79-37D633B846F1}">
                      <asvg:svgBlip xmlns:asvg="http://schemas.microsoft.com/office/drawing/2016/SVG/main" r:embed="rId7"/>
                    </a:ext>
                  </a:extLst>
                </a:blip>
                <a:stretch>
                  <a:fillRect/>
                </a:stretch>
              </a:blipFill>
            </p:spPr>
          </p:sp>
          <p:sp>
            <p:nvSpPr>
              <p:cNvPr id="93" name="Freeform 93"/>
              <p:cNvSpPr/>
              <p:nvPr/>
            </p:nvSpPr>
            <p:spPr>
              <a:xfrm>
                <a:off x="2412070" y="4815609"/>
                <a:ext cx="40942" cy="41404"/>
              </a:xfrm>
              <a:custGeom>
                <a:avLst/>
                <a:gdLst/>
                <a:ahLst/>
                <a:cxnLst/>
                <a:rect l="l" t="t" r="r" b="b"/>
                <a:pathLst>
                  <a:path w="75586" h="76438">
                    <a:moveTo>
                      <a:pt x="0" y="0"/>
                    </a:moveTo>
                    <a:lnTo>
                      <a:pt x="75586" y="0"/>
                    </a:lnTo>
                    <a:lnTo>
                      <a:pt x="75586" y="76438"/>
                    </a:lnTo>
                    <a:lnTo>
                      <a:pt x="0" y="7643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8"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a:blipFill>
            </p:spPr>
          </p:sp>
          <p:grpSp>
            <p:nvGrpSpPr>
              <p:cNvPr id="94" name="Group 94"/>
              <p:cNvGrpSpPr/>
              <p:nvPr/>
            </p:nvGrpSpPr>
            <p:grpSpPr>
              <a:xfrm>
                <a:off x="2427072" y="4711707"/>
                <a:ext cx="17033" cy="115636"/>
                <a:chOff x="0" y="0"/>
                <a:chExt cx="41927" cy="284643"/>
              </a:xfrm>
            </p:grpSpPr>
            <p:sp>
              <p:nvSpPr>
                <p:cNvPr id="95" name="Freeform 95"/>
                <p:cNvSpPr/>
                <p:nvPr/>
              </p:nvSpPr>
              <p:spPr>
                <a:xfrm>
                  <a:off x="0" y="16891"/>
                  <a:ext cx="33909" cy="25590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09" h="255905">
                      <a:moveTo>
                        <a:pt x="0" y="255905"/>
                      </a:moveTo>
                      <a:lnTo>
                        <a:pt x="0" y="0"/>
                      </a:lnTo>
                      <a:lnTo>
                        <a:pt x="33909" y="0"/>
                      </a:lnTo>
                      <a:lnTo>
                        <a:pt x="33909" y="255905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</p:grpSp>
          <p:sp>
            <p:nvSpPr>
              <p:cNvPr id="96" name="Freeform 96"/>
              <p:cNvSpPr/>
              <p:nvPr/>
            </p:nvSpPr>
            <p:spPr>
              <a:xfrm>
                <a:off x="2463324" y="4798033"/>
                <a:ext cx="41717" cy="41334"/>
              </a:xfrm>
              <a:custGeom>
                <a:avLst/>
                <a:gdLst/>
                <a:ahLst/>
                <a:cxnLst/>
                <a:rect l="l" t="t" r="r" b="b"/>
                <a:pathLst>
                  <a:path w="77016" h="76308">
                    <a:moveTo>
                      <a:pt x="0" y="0"/>
                    </a:moveTo>
                    <a:lnTo>
                      <a:pt x="77017" y="0"/>
                    </a:lnTo>
                    <a:lnTo>
                      <a:pt x="77017" y="76308"/>
                    </a:lnTo>
                    <a:lnTo>
                      <a:pt x="0" y="7630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0">
                  <a:extLst>
                    <a:ext uri="{96DAC541-7B7A-43D3-8B79-37D633B846F1}">
                      <asvg:svgBlip xmlns:asvg="http://schemas.microsoft.com/office/drawing/2016/SVG/main" r:embed="rId11"/>
                    </a:ext>
                  </a:extLst>
                </a:blip>
                <a:stretch>
                  <a:fillRect/>
                </a:stretch>
              </a:blipFill>
            </p:spPr>
          </p:sp>
          <p:grpSp>
            <p:nvGrpSpPr>
              <p:cNvPr id="97" name="Group 97"/>
              <p:cNvGrpSpPr/>
              <p:nvPr/>
            </p:nvGrpSpPr>
            <p:grpSpPr>
              <a:xfrm>
                <a:off x="2449205" y="4732863"/>
                <a:ext cx="30104" cy="81013"/>
                <a:chOff x="0" y="0"/>
                <a:chExt cx="74101" cy="199417"/>
              </a:xfrm>
            </p:grpSpPr>
            <p:sp>
              <p:nvSpPr>
                <p:cNvPr id="98" name="Freeform 98"/>
                <p:cNvSpPr/>
                <p:nvPr/>
              </p:nvSpPr>
              <p:spPr>
                <a:xfrm>
                  <a:off x="0" y="16891"/>
                  <a:ext cx="73660" cy="1827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660" h="182753">
                      <a:moveTo>
                        <a:pt x="50038" y="182753"/>
                      </a:moveTo>
                      <a:lnTo>
                        <a:pt x="5080" y="138684"/>
                      </a:lnTo>
                      <a:cubicBezTo>
                        <a:pt x="1778" y="135509"/>
                        <a:pt x="0" y="131064"/>
                        <a:pt x="0" y="126492"/>
                      </a:cubicBezTo>
                      <a:lnTo>
                        <a:pt x="0" y="0"/>
                      </a:lnTo>
                      <a:lnTo>
                        <a:pt x="33909" y="0"/>
                      </a:lnTo>
                      <a:lnTo>
                        <a:pt x="33909" y="126492"/>
                      </a:lnTo>
                      <a:lnTo>
                        <a:pt x="16891" y="126492"/>
                      </a:lnTo>
                      <a:lnTo>
                        <a:pt x="28702" y="114427"/>
                      </a:lnTo>
                      <a:lnTo>
                        <a:pt x="73660" y="158496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</p:grpSp>
          <p:sp>
            <p:nvSpPr>
              <p:cNvPr id="99" name="Freeform 99"/>
              <p:cNvSpPr/>
              <p:nvPr/>
            </p:nvSpPr>
            <p:spPr>
              <a:xfrm>
                <a:off x="2361082" y="4798033"/>
                <a:ext cx="41717" cy="41334"/>
              </a:xfrm>
              <a:custGeom>
                <a:avLst/>
                <a:gdLst/>
                <a:ahLst/>
                <a:cxnLst/>
                <a:rect l="l" t="t" r="r" b="b"/>
                <a:pathLst>
                  <a:path w="77016" h="76308">
                    <a:moveTo>
                      <a:pt x="0" y="0"/>
                    </a:moveTo>
                    <a:lnTo>
                      <a:pt x="77017" y="0"/>
                    </a:lnTo>
                    <a:lnTo>
                      <a:pt x="77017" y="76308"/>
                    </a:lnTo>
                    <a:lnTo>
                      <a:pt x="0" y="76308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2">
                  <a:extLst>
                    <a:ext uri="{96DAC541-7B7A-43D3-8B79-37D633B846F1}">
                      <asvg:svgBlip xmlns:asvg="http://schemas.microsoft.com/office/drawing/2016/SVG/main" r:embed="rId13"/>
                    </a:ext>
                  </a:extLst>
                </a:blip>
                <a:stretch>
                  <a:fillRect/>
                </a:stretch>
              </a:blipFill>
            </p:spPr>
          </p:sp>
          <p:grpSp>
            <p:nvGrpSpPr>
              <p:cNvPr id="100" name="Group 100"/>
              <p:cNvGrpSpPr/>
              <p:nvPr/>
            </p:nvGrpSpPr>
            <p:grpSpPr>
              <a:xfrm>
                <a:off x="2386659" y="4732863"/>
                <a:ext cx="30104" cy="81013"/>
                <a:chOff x="0" y="0"/>
                <a:chExt cx="74101" cy="199417"/>
              </a:xfrm>
            </p:grpSpPr>
            <p:sp>
              <p:nvSpPr>
                <p:cNvPr id="101" name="Freeform 101"/>
                <p:cNvSpPr/>
                <p:nvPr/>
              </p:nvSpPr>
              <p:spPr>
                <a:xfrm>
                  <a:off x="5080" y="16891"/>
                  <a:ext cx="73787" cy="18275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3787" h="182753">
                      <a:moveTo>
                        <a:pt x="0" y="158496"/>
                      </a:moveTo>
                      <a:lnTo>
                        <a:pt x="44958" y="114427"/>
                      </a:lnTo>
                      <a:lnTo>
                        <a:pt x="56769" y="126492"/>
                      </a:lnTo>
                      <a:lnTo>
                        <a:pt x="39878" y="126492"/>
                      </a:lnTo>
                      <a:lnTo>
                        <a:pt x="39878" y="0"/>
                      </a:lnTo>
                      <a:lnTo>
                        <a:pt x="73787" y="0"/>
                      </a:lnTo>
                      <a:lnTo>
                        <a:pt x="73787" y="126492"/>
                      </a:lnTo>
                      <a:cubicBezTo>
                        <a:pt x="73787" y="131064"/>
                        <a:pt x="72009" y="135382"/>
                        <a:pt x="68707" y="138557"/>
                      </a:cubicBezTo>
                      <a:lnTo>
                        <a:pt x="23749" y="18275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</p:grpSp>
          <p:grpSp>
            <p:nvGrpSpPr>
              <p:cNvPr id="102" name="Group 102"/>
              <p:cNvGrpSpPr/>
              <p:nvPr/>
            </p:nvGrpSpPr>
            <p:grpSpPr>
              <a:xfrm>
                <a:off x="2404938" y="4706289"/>
                <a:ext cx="17033" cy="27711"/>
                <a:chOff x="0" y="0"/>
                <a:chExt cx="41927" cy="68213"/>
              </a:xfrm>
            </p:grpSpPr>
            <p:sp>
              <p:nvSpPr>
                <p:cNvPr id="103" name="Freeform 103"/>
                <p:cNvSpPr/>
                <p:nvPr/>
              </p:nvSpPr>
              <p:spPr>
                <a:xfrm>
                  <a:off x="0" y="16891"/>
                  <a:ext cx="33909" cy="393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09" h="39370">
                      <a:moveTo>
                        <a:pt x="0" y="39370"/>
                      </a:moveTo>
                      <a:lnTo>
                        <a:pt x="0" y="0"/>
                      </a:lnTo>
                      <a:lnTo>
                        <a:pt x="33909" y="0"/>
                      </a:lnTo>
                      <a:lnTo>
                        <a:pt x="33909" y="3937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</p:grpSp>
          <p:grpSp>
            <p:nvGrpSpPr>
              <p:cNvPr id="104" name="Group 104"/>
              <p:cNvGrpSpPr/>
              <p:nvPr/>
            </p:nvGrpSpPr>
            <p:grpSpPr>
              <a:xfrm>
                <a:off x="2427072" y="4684359"/>
                <a:ext cx="17033" cy="27660"/>
                <a:chOff x="0" y="0"/>
                <a:chExt cx="41927" cy="68085"/>
              </a:xfrm>
            </p:grpSpPr>
            <p:sp>
              <p:nvSpPr>
                <p:cNvPr id="105" name="Freeform 105"/>
                <p:cNvSpPr/>
                <p:nvPr/>
              </p:nvSpPr>
              <p:spPr>
                <a:xfrm>
                  <a:off x="0" y="16891"/>
                  <a:ext cx="33909" cy="3924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09" h="39243">
                      <a:moveTo>
                        <a:pt x="0" y="39243"/>
                      </a:moveTo>
                      <a:lnTo>
                        <a:pt x="0" y="0"/>
                      </a:lnTo>
                      <a:lnTo>
                        <a:pt x="33909" y="0"/>
                      </a:lnTo>
                      <a:lnTo>
                        <a:pt x="33909" y="39243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</p:grpSp>
          <p:grpSp>
            <p:nvGrpSpPr>
              <p:cNvPr id="106" name="Group 106"/>
              <p:cNvGrpSpPr/>
              <p:nvPr/>
            </p:nvGrpSpPr>
            <p:grpSpPr>
              <a:xfrm>
                <a:off x="2449205" y="4706289"/>
                <a:ext cx="17033" cy="27711"/>
                <a:chOff x="0" y="0"/>
                <a:chExt cx="41927" cy="68213"/>
              </a:xfrm>
            </p:grpSpPr>
            <p:sp>
              <p:nvSpPr>
                <p:cNvPr id="107" name="Freeform 107"/>
                <p:cNvSpPr/>
                <p:nvPr/>
              </p:nvSpPr>
              <p:spPr>
                <a:xfrm>
                  <a:off x="0" y="16891"/>
                  <a:ext cx="33909" cy="393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3909" h="39370">
                      <a:moveTo>
                        <a:pt x="0" y="39370"/>
                      </a:moveTo>
                      <a:lnTo>
                        <a:pt x="0" y="0"/>
                      </a:lnTo>
                      <a:lnTo>
                        <a:pt x="33909" y="0"/>
                      </a:lnTo>
                      <a:lnTo>
                        <a:pt x="33909" y="39370"/>
                      </a:ln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</p:grpSp>
          <p:sp>
            <p:nvSpPr>
              <p:cNvPr id="108" name="Freeform 108"/>
              <p:cNvSpPr/>
              <p:nvPr/>
            </p:nvSpPr>
            <p:spPr>
              <a:xfrm>
                <a:off x="1870650" y="4048158"/>
                <a:ext cx="243783" cy="225661"/>
              </a:xfrm>
              <a:custGeom>
                <a:avLst/>
                <a:gdLst/>
                <a:ahLst/>
                <a:cxnLst/>
                <a:rect l="l" t="t" r="r" b="b"/>
                <a:pathLst>
                  <a:path w="450061" h="416604">
                    <a:moveTo>
                      <a:pt x="0" y="0"/>
                    </a:moveTo>
                    <a:lnTo>
                      <a:pt x="450062" y="0"/>
                    </a:lnTo>
                    <a:lnTo>
                      <a:pt x="450062" y="416604"/>
                    </a:lnTo>
                    <a:lnTo>
                      <a:pt x="0" y="41660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4">
                  <a:extLst>
                    <a:ext uri="{96DAC541-7B7A-43D3-8B79-37D633B846F1}">
                      <asvg:svgBlip xmlns:asvg="http://schemas.microsoft.com/office/drawing/2016/SVG/main" r:embed="rId15"/>
                    </a:ext>
                  </a:extLst>
                </a:blip>
                <a:stretch>
                  <a:fillRect/>
                </a:stretch>
              </a:blipFill>
            </p:spPr>
          </p:sp>
          <p:sp>
            <p:nvSpPr>
              <p:cNvPr id="109" name="Freeform 109"/>
              <p:cNvSpPr/>
              <p:nvPr/>
            </p:nvSpPr>
            <p:spPr>
              <a:xfrm>
                <a:off x="1936232" y="3985502"/>
                <a:ext cx="109419" cy="56896"/>
              </a:xfrm>
              <a:custGeom>
                <a:avLst/>
                <a:gdLst/>
                <a:ahLst/>
                <a:cxnLst/>
                <a:rect l="l" t="t" r="r" b="b"/>
                <a:pathLst>
                  <a:path w="202005" h="105039">
                    <a:moveTo>
                      <a:pt x="0" y="0"/>
                    </a:moveTo>
                    <a:lnTo>
                      <a:pt x="202005" y="0"/>
                    </a:lnTo>
                    <a:lnTo>
                      <a:pt x="202005" y="105039"/>
                    </a:lnTo>
                    <a:lnTo>
                      <a:pt x="0" y="105039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6">
                  <a:extLst>
                    <a:ext uri="{96DAC541-7B7A-43D3-8B79-37D633B846F1}">
                      <asvg:svgBlip xmlns:asvg="http://schemas.microsoft.com/office/drawing/2016/SVG/main" r:embed="rId17"/>
                    </a:ext>
                  </a:extLst>
                </a:blip>
                <a:stretch>
                  <a:fillRect/>
                </a:stretch>
              </a:blipFill>
            </p:spPr>
          </p:sp>
          <p:sp>
            <p:nvSpPr>
              <p:cNvPr id="110" name="Freeform 110"/>
              <p:cNvSpPr/>
              <p:nvPr/>
            </p:nvSpPr>
            <p:spPr>
              <a:xfrm>
                <a:off x="1785204" y="3172620"/>
                <a:ext cx="255916" cy="293904"/>
              </a:xfrm>
              <a:custGeom>
                <a:avLst/>
                <a:gdLst/>
                <a:ahLst/>
                <a:cxnLst/>
                <a:rect l="l" t="t" r="r" b="b"/>
                <a:pathLst>
                  <a:path w="472461" h="542592">
                    <a:moveTo>
                      <a:pt x="0" y="0"/>
                    </a:moveTo>
                    <a:lnTo>
                      <a:pt x="472462" y="0"/>
                    </a:lnTo>
                    <a:lnTo>
                      <a:pt x="472462" y="542592"/>
                    </a:lnTo>
                    <a:lnTo>
                      <a:pt x="0" y="54259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18">
                  <a:extLst>
                    <a:ext uri="{96DAC541-7B7A-43D3-8B79-37D633B846F1}">
                      <asvg:svgBlip xmlns:asvg="http://schemas.microsoft.com/office/drawing/2016/SVG/main" r:embed="rId19"/>
                    </a:ext>
                  </a:extLst>
                </a:blip>
                <a:stretch>
                  <a:fillRect t="-503" b="-503"/>
                </a:stretch>
              </a:blipFill>
            </p:spPr>
          </p:sp>
          <p:sp>
            <p:nvSpPr>
              <p:cNvPr id="111" name="Freeform 111"/>
              <p:cNvSpPr/>
              <p:nvPr/>
            </p:nvSpPr>
            <p:spPr>
              <a:xfrm>
                <a:off x="2077754" y="2501974"/>
                <a:ext cx="251792" cy="275738"/>
              </a:xfrm>
              <a:custGeom>
                <a:avLst/>
                <a:gdLst/>
                <a:ahLst/>
                <a:cxnLst/>
                <a:rect l="l" t="t" r="r" b="b"/>
                <a:pathLst>
                  <a:path w="464846" h="509055">
                    <a:moveTo>
                      <a:pt x="0" y="0"/>
                    </a:moveTo>
                    <a:lnTo>
                      <a:pt x="464846" y="0"/>
                    </a:lnTo>
                    <a:lnTo>
                      <a:pt x="464846" y="509054"/>
                    </a:lnTo>
                    <a:lnTo>
                      <a:pt x="0" y="509054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0">
                  <a:extLst>
                    <a:ext uri="{96DAC541-7B7A-43D3-8B79-37D633B846F1}">
                      <asvg:svgBlip xmlns:asvg="http://schemas.microsoft.com/office/drawing/2016/SVG/main" r:embed="rId21"/>
                    </a:ext>
                  </a:extLst>
                </a:blip>
                <a:stretch>
                  <a:fillRect l="-699" r="-699"/>
                </a:stretch>
              </a:blipFill>
            </p:spPr>
          </p:sp>
          <p:sp>
            <p:nvSpPr>
              <p:cNvPr id="112" name="Freeform 112"/>
              <p:cNvSpPr/>
              <p:nvPr/>
            </p:nvSpPr>
            <p:spPr>
              <a:xfrm>
                <a:off x="2615545" y="2155017"/>
                <a:ext cx="343195" cy="201340"/>
              </a:xfrm>
              <a:custGeom>
                <a:avLst/>
                <a:gdLst/>
                <a:ahLst/>
                <a:cxnLst/>
                <a:rect l="l" t="t" r="r" b="b"/>
                <a:pathLst>
                  <a:path w="633591" h="371704">
                    <a:moveTo>
                      <a:pt x="0" y="0"/>
                    </a:moveTo>
                    <a:lnTo>
                      <a:pt x="633591" y="0"/>
                    </a:lnTo>
                    <a:lnTo>
                      <a:pt x="633591" y="371703"/>
                    </a:lnTo>
                    <a:lnTo>
                      <a:pt x="0" y="37170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2">
                  <a:extLst>
                    <a:ext uri="{96DAC541-7B7A-43D3-8B79-37D633B846F1}">
                      <asvg:svgBlip xmlns:asvg="http://schemas.microsoft.com/office/drawing/2016/SVG/main" r:embed="rId23"/>
                    </a:ext>
                  </a:extLst>
                </a:blip>
                <a:stretch>
                  <a:fillRect t="-882" b="-882"/>
                </a:stretch>
              </a:blipFill>
            </p:spPr>
          </p:sp>
          <p:sp>
            <p:nvSpPr>
              <p:cNvPr id="113" name="Freeform 113"/>
              <p:cNvSpPr/>
              <p:nvPr/>
            </p:nvSpPr>
            <p:spPr>
              <a:xfrm>
                <a:off x="4115592" y="2505714"/>
                <a:ext cx="278852" cy="266056"/>
              </a:xfrm>
              <a:custGeom>
                <a:avLst/>
                <a:gdLst/>
                <a:ahLst/>
                <a:cxnLst/>
                <a:rect l="l" t="t" r="r" b="b"/>
                <a:pathLst>
                  <a:path w="514804" h="491180">
                    <a:moveTo>
                      <a:pt x="0" y="0"/>
                    </a:moveTo>
                    <a:lnTo>
                      <a:pt x="514804" y="0"/>
                    </a:lnTo>
                    <a:lnTo>
                      <a:pt x="514804" y="491180"/>
                    </a:lnTo>
                    <a:lnTo>
                      <a:pt x="0" y="49118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4">
                  <a:extLst>
                    <a:ext uri="{96DAC541-7B7A-43D3-8B79-37D633B846F1}">
                      <asvg:svgBlip xmlns:asvg="http://schemas.microsoft.com/office/drawing/2016/SVG/main" r:embed="rId25"/>
                    </a:ext>
                  </a:extLst>
                </a:blip>
                <a:stretch>
                  <a:fillRect t="-499" b="-499"/>
                </a:stretch>
              </a:blipFill>
            </p:spPr>
          </p:sp>
          <p:sp>
            <p:nvSpPr>
              <p:cNvPr id="114" name="Freeform 114"/>
              <p:cNvSpPr/>
              <p:nvPr/>
            </p:nvSpPr>
            <p:spPr>
              <a:xfrm>
                <a:off x="4393943" y="3161150"/>
                <a:ext cx="289119" cy="316844"/>
              </a:xfrm>
              <a:custGeom>
                <a:avLst/>
                <a:gdLst/>
                <a:ahLst/>
                <a:cxnLst/>
                <a:rect l="l" t="t" r="r" b="b"/>
                <a:pathLst>
                  <a:path w="533758" h="584942">
                    <a:moveTo>
                      <a:pt x="0" y="0"/>
                    </a:moveTo>
                    <a:lnTo>
                      <a:pt x="533758" y="0"/>
                    </a:lnTo>
                    <a:lnTo>
                      <a:pt x="533758" y="584942"/>
                    </a:lnTo>
                    <a:lnTo>
                      <a:pt x="0" y="58494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6">
                  <a:extLst>
                    <a:ext uri="{96DAC541-7B7A-43D3-8B79-37D633B846F1}">
                      <asvg:svgBlip xmlns:asvg="http://schemas.microsoft.com/office/drawing/2016/SVG/main" r:embed="rId27"/>
                    </a:ext>
                  </a:extLst>
                </a:blip>
                <a:stretch>
                  <a:fillRect t="-427" b="-427"/>
                </a:stretch>
              </a:blipFill>
            </p:spPr>
          </p:sp>
          <p:sp>
            <p:nvSpPr>
              <p:cNvPr id="115" name="Freeform 115"/>
              <p:cNvSpPr/>
              <p:nvPr/>
            </p:nvSpPr>
            <p:spPr>
              <a:xfrm>
                <a:off x="4345821" y="4008600"/>
                <a:ext cx="235022" cy="241993"/>
              </a:xfrm>
              <a:custGeom>
                <a:avLst/>
                <a:gdLst/>
                <a:ahLst/>
                <a:cxnLst/>
                <a:rect l="l" t="t" r="r" b="b"/>
                <a:pathLst>
                  <a:path w="433886" h="446757">
                    <a:moveTo>
                      <a:pt x="0" y="0"/>
                    </a:moveTo>
                    <a:lnTo>
                      <a:pt x="433886" y="0"/>
                    </a:lnTo>
                    <a:lnTo>
                      <a:pt x="433886" y="446757"/>
                    </a:lnTo>
                    <a:lnTo>
                      <a:pt x="0" y="446757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28">
                  <a:extLst>
                    <a:ext uri="{96DAC541-7B7A-43D3-8B79-37D633B846F1}">
                      <asvg:svgBlip xmlns:asvg="http://schemas.microsoft.com/office/drawing/2016/SVG/main" r:embed="rId29"/>
                    </a:ext>
                  </a:extLst>
                </a:blip>
                <a:stretch>
                  <a:fillRect l="-1483" r="-1483"/>
                </a:stretch>
              </a:blipFill>
            </p:spPr>
          </p:sp>
          <p:sp>
            <p:nvSpPr>
              <p:cNvPr id="116" name="Freeform 116"/>
              <p:cNvSpPr/>
              <p:nvPr/>
            </p:nvSpPr>
            <p:spPr>
              <a:xfrm>
                <a:off x="3896468" y="4597419"/>
                <a:ext cx="277610" cy="249666"/>
              </a:xfrm>
              <a:custGeom>
                <a:avLst/>
                <a:gdLst/>
                <a:ahLst/>
                <a:cxnLst/>
                <a:rect l="l" t="t" r="r" b="b"/>
                <a:pathLst>
                  <a:path w="512511" h="460922">
                    <a:moveTo>
                      <a:pt x="0" y="0"/>
                    </a:moveTo>
                    <a:lnTo>
                      <a:pt x="512511" y="0"/>
                    </a:lnTo>
                    <a:lnTo>
                      <a:pt x="512511" y="460922"/>
                    </a:lnTo>
                    <a:lnTo>
                      <a:pt x="0" y="46092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0">
                  <a:extLst>
                    <a:ext uri="{96DAC541-7B7A-43D3-8B79-37D633B846F1}">
                      <asvg:svgBlip xmlns:asvg="http://schemas.microsoft.com/office/drawing/2016/SVG/main" r:embed="rId31"/>
                    </a:ext>
                  </a:extLst>
                </a:blip>
                <a:stretch>
                  <a:fillRect t="-448" b="-448"/>
                </a:stretch>
              </a:blipFill>
            </p:spPr>
          </p:sp>
          <p:grpSp>
            <p:nvGrpSpPr>
              <p:cNvPr id="117" name="Group 117"/>
              <p:cNvGrpSpPr/>
              <p:nvPr/>
            </p:nvGrpSpPr>
            <p:grpSpPr>
              <a:xfrm>
                <a:off x="3599817" y="2536956"/>
                <a:ext cx="80433" cy="79694"/>
                <a:chOff x="0" y="0"/>
                <a:chExt cx="197990" cy="196170"/>
              </a:xfrm>
            </p:grpSpPr>
            <p:sp>
              <p:nvSpPr>
                <p:cNvPr id="118" name="Freeform 118"/>
                <p:cNvSpPr/>
                <p:nvPr/>
              </p:nvSpPr>
              <p:spPr>
                <a:xfrm>
                  <a:off x="0" y="0"/>
                  <a:ext cx="197866" cy="19608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97866" h="196088">
                      <a:moveTo>
                        <a:pt x="0" y="98044"/>
                      </a:moveTo>
                      <a:cubicBezTo>
                        <a:pt x="0" y="43942"/>
                        <a:pt x="44323" y="0"/>
                        <a:pt x="98933" y="0"/>
                      </a:cubicBezTo>
                      <a:cubicBezTo>
                        <a:pt x="153543" y="0"/>
                        <a:pt x="197866" y="43942"/>
                        <a:pt x="197866" y="98044"/>
                      </a:cubicBezTo>
                      <a:cubicBezTo>
                        <a:pt x="197866" y="152146"/>
                        <a:pt x="153543" y="196088"/>
                        <a:pt x="98933" y="196088"/>
                      </a:cubicBezTo>
                      <a:cubicBezTo>
                        <a:pt x="44323" y="196088"/>
                        <a:pt x="0" y="152273"/>
                        <a:pt x="0" y="98044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</p:spPr>
            </p:sp>
          </p:grpSp>
          <p:grpSp>
            <p:nvGrpSpPr>
              <p:cNvPr id="119" name="Group 119"/>
              <p:cNvGrpSpPr/>
              <p:nvPr/>
            </p:nvGrpSpPr>
            <p:grpSpPr>
              <a:xfrm>
                <a:off x="3420963" y="2033078"/>
                <a:ext cx="449350" cy="445219"/>
                <a:chOff x="0" y="0"/>
                <a:chExt cx="1106093" cy="1095924"/>
              </a:xfrm>
            </p:grpSpPr>
            <p:sp>
              <p:nvSpPr>
                <p:cNvPr id="120" name="Freeform 120"/>
                <p:cNvSpPr/>
                <p:nvPr/>
              </p:nvSpPr>
              <p:spPr>
                <a:xfrm>
                  <a:off x="0" y="0"/>
                  <a:ext cx="1106043" cy="109588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06043" h="1095883">
                      <a:moveTo>
                        <a:pt x="0" y="548005"/>
                      </a:moveTo>
                      <a:cubicBezTo>
                        <a:pt x="0" y="245364"/>
                        <a:pt x="247650" y="0"/>
                        <a:pt x="553085" y="0"/>
                      </a:cubicBezTo>
                      <a:cubicBezTo>
                        <a:pt x="858520" y="0"/>
                        <a:pt x="1106043" y="245364"/>
                        <a:pt x="1106043" y="548005"/>
                      </a:cubicBezTo>
                      <a:cubicBezTo>
                        <a:pt x="1106043" y="850646"/>
                        <a:pt x="858520" y="1095883"/>
                        <a:pt x="553085" y="1095883"/>
                      </a:cubicBezTo>
                      <a:cubicBezTo>
                        <a:pt x="247650" y="1095883"/>
                        <a:pt x="0" y="850646"/>
                        <a:pt x="0" y="548005"/>
                      </a:cubicBezTo>
                      <a:close/>
                    </a:path>
                  </a:pathLst>
                </a:custGeom>
                <a:solidFill>
                  <a:srgbClr val="808080"/>
                </a:solidFill>
              </p:spPr>
            </p:sp>
          </p:grpSp>
          <p:grpSp>
            <p:nvGrpSpPr>
              <p:cNvPr id="121" name="Group 121"/>
              <p:cNvGrpSpPr/>
              <p:nvPr/>
            </p:nvGrpSpPr>
            <p:grpSpPr>
              <a:xfrm>
                <a:off x="3614967" y="1763777"/>
                <a:ext cx="1528654" cy="228509"/>
                <a:chOff x="0" y="0"/>
                <a:chExt cx="3762842" cy="562484"/>
              </a:xfrm>
            </p:grpSpPr>
            <p:sp>
              <p:nvSpPr>
                <p:cNvPr id="122" name="Freeform 122"/>
                <p:cNvSpPr/>
                <p:nvPr/>
              </p:nvSpPr>
              <p:spPr>
                <a:xfrm>
                  <a:off x="0" y="0"/>
                  <a:ext cx="3762842" cy="56248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762842" h="562484">
                      <a:moveTo>
                        <a:pt x="0" y="0"/>
                      </a:moveTo>
                      <a:lnTo>
                        <a:pt x="3762842" y="0"/>
                      </a:lnTo>
                      <a:lnTo>
                        <a:pt x="3762842" y="562484"/>
                      </a:lnTo>
                      <a:lnTo>
                        <a:pt x="0" y="562484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</p:spPr>
            </p:sp>
            <p:sp>
              <p:nvSpPr>
                <p:cNvPr id="123" name="TextBox 123"/>
                <p:cNvSpPr txBox="1"/>
                <p:nvPr/>
              </p:nvSpPr>
              <p:spPr>
                <a:xfrm>
                  <a:off x="0" y="-38100"/>
                  <a:ext cx="3762842" cy="600584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 defTabSz="495330">
                    <a:lnSpc>
                      <a:spcPts val="1170"/>
                    </a:lnSpc>
                  </a:pPr>
                  <a:r>
                    <a:rPr lang="en-US" sz="975" b="1">
                      <a:solidFill>
                        <a:srgbClr val="000000"/>
                      </a:solidFill>
                      <a:latin typeface="Calibri (MS) Bold"/>
                      <a:ea typeface="Calibri (MS) Bold"/>
                      <a:cs typeface="Calibri (MS) Bold"/>
                      <a:sym typeface="Calibri (MS) Bold"/>
                    </a:rPr>
                    <a:t>Network solutions and services</a:t>
                  </a:r>
                </a:p>
              </p:txBody>
            </p:sp>
          </p:grpSp>
          <p:sp>
            <p:nvSpPr>
              <p:cNvPr id="124" name="Freeform 124"/>
              <p:cNvSpPr/>
              <p:nvPr/>
            </p:nvSpPr>
            <p:spPr>
              <a:xfrm>
                <a:off x="3497825" y="2090635"/>
                <a:ext cx="295627" cy="330103"/>
              </a:xfrm>
              <a:custGeom>
                <a:avLst/>
                <a:gdLst/>
                <a:ahLst/>
                <a:cxnLst/>
                <a:rect l="l" t="t" r="r" b="b"/>
                <a:pathLst>
                  <a:path w="545773" h="609420">
                    <a:moveTo>
                      <a:pt x="0" y="0"/>
                    </a:moveTo>
                    <a:lnTo>
                      <a:pt x="545773" y="0"/>
                    </a:lnTo>
                    <a:lnTo>
                      <a:pt x="545773" y="609420"/>
                    </a:lnTo>
                    <a:lnTo>
                      <a:pt x="0" y="60942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2">
                  <a:extLst>
                    <a:ext uri="{96DAC541-7B7A-43D3-8B79-37D633B846F1}">
                      <asvg:svgBlip xmlns:asvg="http://schemas.microsoft.com/office/drawing/2016/SVG/main" r:embed="rId33"/>
                    </a:ext>
                  </a:extLst>
                </a:blip>
                <a:stretch>
                  <a:fillRect t="-954" b="-954"/>
                </a:stretch>
              </a:blipFill>
            </p:spPr>
          </p:sp>
        </p:grpSp>
      </p:grpSp>
      <p:grpSp>
        <p:nvGrpSpPr>
          <p:cNvPr id="241" name="Group 241"/>
          <p:cNvGrpSpPr/>
          <p:nvPr/>
        </p:nvGrpSpPr>
        <p:grpSpPr>
          <a:xfrm>
            <a:off x="304419" y="1128611"/>
            <a:ext cx="6191666" cy="544501"/>
            <a:chOff x="0" y="-38100"/>
            <a:chExt cx="15241022" cy="1340311"/>
          </a:xfrm>
        </p:grpSpPr>
        <p:sp>
          <p:nvSpPr>
            <p:cNvPr id="242" name="Freeform 242"/>
            <p:cNvSpPr/>
            <p:nvPr/>
          </p:nvSpPr>
          <p:spPr>
            <a:xfrm>
              <a:off x="0" y="0"/>
              <a:ext cx="15241022" cy="1302211"/>
            </a:xfrm>
            <a:custGeom>
              <a:avLst/>
              <a:gdLst/>
              <a:ahLst/>
              <a:cxnLst/>
              <a:rect l="l" t="t" r="r" b="b"/>
              <a:pathLst>
                <a:path w="15241022" h="1302211">
                  <a:moveTo>
                    <a:pt x="0" y="0"/>
                  </a:moveTo>
                  <a:lnTo>
                    <a:pt x="15241022" y="0"/>
                  </a:lnTo>
                  <a:lnTo>
                    <a:pt x="15241022" y="1302211"/>
                  </a:lnTo>
                  <a:lnTo>
                    <a:pt x="0" y="1302211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243" name="TextBox 243"/>
            <p:cNvSpPr txBox="1"/>
            <p:nvPr/>
          </p:nvSpPr>
          <p:spPr>
            <a:xfrm>
              <a:off x="0" y="-38100"/>
              <a:ext cx="15241020" cy="1340310"/>
            </a:xfrm>
            <a:prstGeom prst="rect">
              <a:avLst/>
            </a:prstGeom>
          </p:spPr>
          <p:txBody>
            <a:bodyPr lIns="0" tIns="0" rIns="0" bIns="0" rtlCol="0" anchor="ctr"/>
            <a:lstStyle/>
            <a:p>
              <a:pPr algn="just" defTabSz="495330">
                <a:lnSpc>
                  <a:spcPts val="1300"/>
                </a:lnSpc>
              </a:pPr>
              <a:r>
                <a:rPr lang="en-US" sz="1083" dirty="0">
                  <a:solidFill>
                    <a:srgbClr val="007DC5"/>
                  </a:solidFill>
                  <a:latin typeface="Calibri (MS)"/>
                  <a:ea typeface="Calibri (MS)"/>
                  <a:cs typeface="Calibri (MS)"/>
                  <a:sym typeface="Calibri (MS)"/>
                </a:rPr>
                <a:t>TCS Offers a portfolio of cutting-edge solutions and offerings to power up our Customer’s business needs, the suite of services will help transform Businesses with advanced state of art Solutions and Technologies</a:t>
              </a:r>
            </a:p>
          </p:txBody>
        </p:sp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49C29109-1C0A-376B-6966-BC57761D72F8}"/>
              </a:ext>
            </a:extLst>
          </p:cNvPr>
          <p:cNvGrpSpPr/>
          <p:nvPr/>
        </p:nvGrpSpPr>
        <p:grpSpPr>
          <a:xfrm>
            <a:off x="237345" y="6171271"/>
            <a:ext cx="9491624" cy="516391"/>
            <a:chOff x="218628" y="6198392"/>
            <a:chExt cx="9491624" cy="516391"/>
          </a:xfrm>
        </p:grpSpPr>
        <p:grpSp>
          <p:nvGrpSpPr>
            <p:cNvPr id="125" name="Group 125"/>
            <p:cNvGrpSpPr/>
            <p:nvPr/>
          </p:nvGrpSpPr>
          <p:grpSpPr>
            <a:xfrm>
              <a:off x="218628" y="6198392"/>
              <a:ext cx="9491624" cy="516391"/>
              <a:chOff x="-10719324" y="10662172"/>
              <a:chExt cx="22652612" cy="1271116"/>
            </a:xfrm>
          </p:grpSpPr>
          <p:grpSp>
            <p:nvGrpSpPr>
              <p:cNvPr id="126" name="Group 126"/>
              <p:cNvGrpSpPr/>
              <p:nvPr/>
            </p:nvGrpSpPr>
            <p:grpSpPr>
              <a:xfrm rot="-5400000">
                <a:off x="0" y="0"/>
                <a:ext cx="1271115" cy="22595461"/>
                <a:chOff x="0" y="0"/>
                <a:chExt cx="1271115" cy="22595461"/>
              </a:xfrm>
            </p:grpSpPr>
            <p:sp>
              <p:nvSpPr>
                <p:cNvPr id="127" name="Freeform 127"/>
                <p:cNvSpPr/>
                <p:nvPr/>
              </p:nvSpPr>
              <p:spPr>
                <a:xfrm>
                  <a:off x="0" y="0"/>
                  <a:ext cx="1271143" cy="2259546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1143" h="22595460">
                      <a:moveTo>
                        <a:pt x="0" y="211836"/>
                      </a:moveTo>
                      <a:cubicBezTo>
                        <a:pt x="0" y="94869"/>
                        <a:pt x="94869" y="0"/>
                        <a:pt x="211836" y="0"/>
                      </a:cubicBezTo>
                      <a:lnTo>
                        <a:pt x="1059307" y="0"/>
                      </a:lnTo>
                      <a:cubicBezTo>
                        <a:pt x="1176274" y="0"/>
                        <a:pt x="1271143" y="94869"/>
                        <a:pt x="1271143" y="211836"/>
                      </a:cubicBezTo>
                      <a:lnTo>
                        <a:pt x="1271143" y="22383623"/>
                      </a:lnTo>
                      <a:cubicBezTo>
                        <a:pt x="1271143" y="22500589"/>
                        <a:pt x="1176274" y="22595460"/>
                        <a:pt x="1059307" y="22595460"/>
                      </a:cubicBezTo>
                      <a:lnTo>
                        <a:pt x="211836" y="22595460"/>
                      </a:lnTo>
                      <a:cubicBezTo>
                        <a:pt x="94869" y="22595460"/>
                        <a:pt x="0" y="22500589"/>
                        <a:pt x="0" y="22383623"/>
                      </a:cubicBezTo>
                      <a:close/>
                    </a:path>
                  </a:pathLst>
                </a:custGeom>
                <a:solidFill>
                  <a:srgbClr val="000000"/>
                </a:solidFill>
              </p:spPr>
            </p:sp>
          </p:grpSp>
          <p:grpSp>
            <p:nvGrpSpPr>
              <p:cNvPr id="128" name="Group 128"/>
              <p:cNvGrpSpPr/>
              <p:nvPr/>
            </p:nvGrpSpPr>
            <p:grpSpPr>
              <a:xfrm rot="-5400000">
                <a:off x="-28576" y="-28576"/>
                <a:ext cx="1271116" cy="22652611"/>
                <a:chOff x="0" y="-57150"/>
                <a:chExt cx="1271116" cy="22652611"/>
              </a:xfrm>
            </p:grpSpPr>
            <p:sp>
              <p:nvSpPr>
                <p:cNvPr id="129" name="Freeform 129"/>
                <p:cNvSpPr/>
                <p:nvPr/>
              </p:nvSpPr>
              <p:spPr>
                <a:xfrm>
                  <a:off x="1" y="0"/>
                  <a:ext cx="1271115" cy="2259546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71115" h="22595461">
                      <a:moveTo>
                        <a:pt x="0" y="0"/>
                      </a:moveTo>
                      <a:lnTo>
                        <a:pt x="1271115" y="0"/>
                      </a:lnTo>
                      <a:lnTo>
                        <a:pt x="1271115" y="22595461"/>
                      </a:lnTo>
                      <a:lnTo>
                        <a:pt x="0" y="22595461"/>
                      </a:lnTo>
                      <a:close/>
                    </a:path>
                  </a:pathLst>
                </a:custGeom>
                <a:solidFill>
                  <a:srgbClr val="000000">
                    <a:alpha val="0"/>
                  </a:srgbClr>
                </a:solidFill>
              </p:spPr>
            </p:sp>
            <p:sp>
              <p:nvSpPr>
                <p:cNvPr id="130" name="TextBox 130"/>
                <p:cNvSpPr txBox="1"/>
                <p:nvPr/>
              </p:nvSpPr>
              <p:spPr>
                <a:xfrm>
                  <a:off x="0" y="-57150"/>
                  <a:ext cx="1271115" cy="22652611"/>
                </a:xfrm>
                <a:prstGeom prst="rect">
                  <a:avLst/>
                </a:prstGeom>
              </p:spPr>
              <p:txBody>
                <a:bodyPr lIns="0" tIns="0" rIns="0" bIns="0" rtlCol="0" anchor="ctr"/>
                <a:lstStyle/>
                <a:p>
                  <a:pPr defTabSz="495330">
                    <a:lnSpc>
                      <a:spcPts val="2080"/>
                    </a:lnSpc>
                  </a:pPr>
                  <a:endParaRPr lang="en-US" sz="1733" b="1" dirty="0">
                    <a:solidFill>
                      <a:srgbClr val="FFFFFF"/>
                    </a:solidFill>
                    <a:latin typeface="Calibri (MS) Bold"/>
                    <a:ea typeface="Calibri (MS) Bold"/>
                    <a:cs typeface="Calibri (MS) Bold"/>
                    <a:sym typeface="Calibri (MS) Bold"/>
                  </a:endParaRPr>
                </a:p>
              </p:txBody>
            </p:sp>
          </p:grpSp>
        </p:grpSp>
        <p:grpSp>
          <p:nvGrpSpPr>
            <p:cNvPr id="139" name="Group 139"/>
            <p:cNvGrpSpPr>
              <a:grpSpLocks noChangeAspect="1"/>
            </p:cNvGrpSpPr>
            <p:nvPr/>
          </p:nvGrpSpPr>
          <p:grpSpPr>
            <a:xfrm>
              <a:off x="5821960" y="6310682"/>
              <a:ext cx="1441404" cy="240235"/>
              <a:chOff x="0" y="0"/>
              <a:chExt cx="3548072" cy="591347"/>
            </a:xfrm>
          </p:grpSpPr>
          <p:sp>
            <p:nvSpPr>
              <p:cNvPr id="140" name="Freeform 140" descr="Logo  Description automatically generated"/>
              <p:cNvSpPr/>
              <p:nvPr/>
            </p:nvSpPr>
            <p:spPr>
              <a:xfrm>
                <a:off x="0" y="0"/>
                <a:ext cx="3548126" cy="591312"/>
              </a:xfrm>
              <a:custGeom>
                <a:avLst/>
                <a:gdLst/>
                <a:ahLst/>
                <a:cxnLst/>
                <a:rect l="l" t="t" r="r" b="b"/>
                <a:pathLst>
                  <a:path w="3548126" h="591312">
                    <a:moveTo>
                      <a:pt x="0" y="0"/>
                    </a:moveTo>
                    <a:lnTo>
                      <a:pt x="3548126" y="0"/>
                    </a:lnTo>
                    <a:lnTo>
                      <a:pt x="3548126" y="591312"/>
                    </a:lnTo>
                    <a:lnTo>
                      <a:pt x="0" y="591312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4"/>
                <a:stretch>
                  <a:fillRect r="1" b="-5"/>
                </a:stretch>
              </a:blipFill>
            </p:spPr>
          </p:sp>
        </p:grpSp>
        <p:grpSp>
          <p:nvGrpSpPr>
            <p:cNvPr id="141" name="Group 141"/>
            <p:cNvGrpSpPr>
              <a:grpSpLocks noChangeAspect="1"/>
            </p:cNvGrpSpPr>
            <p:nvPr/>
          </p:nvGrpSpPr>
          <p:grpSpPr>
            <a:xfrm>
              <a:off x="7608076" y="6277040"/>
              <a:ext cx="1336703" cy="307519"/>
              <a:chOff x="0" y="0"/>
              <a:chExt cx="3290347" cy="756971"/>
            </a:xfrm>
          </p:grpSpPr>
          <p:sp>
            <p:nvSpPr>
              <p:cNvPr id="142" name="Freeform 142" descr="A white text on a black background  Description automatically generated with medium confidence"/>
              <p:cNvSpPr/>
              <p:nvPr/>
            </p:nvSpPr>
            <p:spPr>
              <a:xfrm>
                <a:off x="0" y="0"/>
                <a:ext cx="3290316" cy="756920"/>
              </a:xfrm>
              <a:custGeom>
                <a:avLst/>
                <a:gdLst/>
                <a:ahLst/>
                <a:cxnLst/>
                <a:rect l="l" t="t" r="r" b="b"/>
                <a:pathLst>
                  <a:path w="3290316" h="756920">
                    <a:moveTo>
                      <a:pt x="0" y="0"/>
                    </a:moveTo>
                    <a:lnTo>
                      <a:pt x="3290316" y="0"/>
                    </a:lnTo>
                    <a:lnTo>
                      <a:pt x="3290316" y="756920"/>
                    </a:lnTo>
                    <a:lnTo>
                      <a:pt x="0" y="756920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5"/>
                <a:stretch>
                  <a:fillRect b="-6"/>
                </a:stretch>
              </a:blipFill>
            </p:spPr>
          </p:sp>
        </p:grpSp>
        <p:grpSp>
          <p:nvGrpSpPr>
            <p:cNvPr id="143" name="Group 143"/>
            <p:cNvGrpSpPr>
              <a:grpSpLocks noChangeAspect="1"/>
            </p:cNvGrpSpPr>
            <p:nvPr/>
          </p:nvGrpSpPr>
          <p:grpSpPr>
            <a:xfrm>
              <a:off x="4140558" y="6305736"/>
              <a:ext cx="1336691" cy="250127"/>
              <a:chOff x="-1622485" y="-170535"/>
              <a:chExt cx="3290316" cy="615696"/>
            </a:xfrm>
          </p:grpSpPr>
          <p:sp>
            <p:nvSpPr>
              <p:cNvPr id="144" name="Freeform 144" descr="A picture containing text, clipart  Description automatically generated"/>
              <p:cNvSpPr/>
              <p:nvPr/>
            </p:nvSpPr>
            <p:spPr>
              <a:xfrm>
                <a:off x="-1622485" y="-170535"/>
                <a:ext cx="3290316" cy="615696"/>
              </a:xfrm>
              <a:custGeom>
                <a:avLst/>
                <a:gdLst/>
                <a:ahLst/>
                <a:cxnLst/>
                <a:rect l="l" t="t" r="r" b="b"/>
                <a:pathLst>
                  <a:path w="3290316" h="615696">
                    <a:moveTo>
                      <a:pt x="0" y="0"/>
                    </a:moveTo>
                    <a:lnTo>
                      <a:pt x="3290316" y="0"/>
                    </a:lnTo>
                    <a:lnTo>
                      <a:pt x="3290316" y="615696"/>
                    </a:lnTo>
                    <a:lnTo>
                      <a:pt x="0" y="615696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6"/>
                <a:stretch>
                  <a:fillRect b="9"/>
                </a:stretch>
              </a:blipFill>
            </p:spPr>
            <p:txBody>
              <a:bodyPr/>
              <a:lstStyle/>
              <a:p>
                <a:pPr defTabSz="495330"/>
                <a:endParaRPr lang="en-IN" sz="975" dirty="0">
                  <a:solidFill>
                    <a:prstClr val="black"/>
                  </a:solidFill>
                  <a:latin typeface="Calibri"/>
                </a:endParaRPr>
              </a:p>
            </p:txBody>
          </p:sp>
        </p:grpSp>
        <p:grpSp>
          <p:nvGrpSpPr>
            <p:cNvPr id="137" name="Group 137"/>
            <p:cNvGrpSpPr>
              <a:grpSpLocks noChangeAspect="1"/>
            </p:cNvGrpSpPr>
            <p:nvPr/>
          </p:nvGrpSpPr>
          <p:grpSpPr>
            <a:xfrm>
              <a:off x="2459144" y="6299375"/>
              <a:ext cx="1336703" cy="262848"/>
              <a:chOff x="0" y="0"/>
              <a:chExt cx="3290347" cy="647011"/>
            </a:xfrm>
          </p:grpSpPr>
          <p:sp>
            <p:nvSpPr>
              <p:cNvPr id="138" name="Freeform 138" descr="Graphical user interface, application  Description automatically generated"/>
              <p:cNvSpPr/>
              <p:nvPr/>
            </p:nvSpPr>
            <p:spPr>
              <a:xfrm>
                <a:off x="0" y="0"/>
                <a:ext cx="3290316" cy="647065"/>
              </a:xfrm>
              <a:custGeom>
                <a:avLst/>
                <a:gdLst/>
                <a:ahLst/>
                <a:cxnLst/>
                <a:rect l="l" t="t" r="r" b="b"/>
                <a:pathLst>
                  <a:path w="3290316" h="647065">
                    <a:moveTo>
                      <a:pt x="0" y="0"/>
                    </a:moveTo>
                    <a:lnTo>
                      <a:pt x="3290316" y="0"/>
                    </a:lnTo>
                    <a:lnTo>
                      <a:pt x="3290316" y="647065"/>
                    </a:lnTo>
                    <a:lnTo>
                      <a:pt x="0" y="647065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 r:embed="rId37"/>
                <a:stretch>
                  <a:fillRect l="-8568" t="-45263" r="-8569" b="-45255"/>
                </a:stretch>
              </a:blipFill>
            </p:spPr>
          </p:sp>
        </p:grpSp>
        <p:sp>
          <p:nvSpPr>
            <p:cNvPr id="245" name="TextBox 244">
              <a:extLst>
                <a:ext uri="{FF2B5EF4-FFF2-40B4-BE49-F238E27FC236}">
                  <a16:creationId xmlns:a16="http://schemas.microsoft.com/office/drawing/2014/main" id="{E9603C40-4CC1-AB02-8402-D54E4300BFA4}"/>
                </a:ext>
              </a:extLst>
            </p:cNvPr>
            <p:cNvSpPr txBox="1"/>
            <p:nvPr/>
          </p:nvSpPr>
          <p:spPr>
            <a:xfrm>
              <a:off x="494822" y="6234592"/>
              <a:ext cx="1619611" cy="39241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defTabSz="495330"/>
              <a:r>
                <a:rPr lang="en-IN" sz="1950" dirty="0">
                  <a:solidFill>
                    <a:prstClr val="white"/>
                  </a:solidFill>
                  <a:latin typeface="Calibri (MS)" panose="020B0604020202020204" charset="0"/>
                  <a:cs typeface="Calibri (MS)" panose="020B0604020202020204" charset="0"/>
                </a:rPr>
                <a:t>Frameworks:</a:t>
              </a:r>
            </a:p>
          </p:txBody>
        </p:sp>
      </p:grpSp>
      <p:pic>
        <p:nvPicPr>
          <p:cNvPr id="132" name="Picture 131">
            <a:extLst>
              <a:ext uri="{FF2B5EF4-FFF2-40B4-BE49-F238E27FC236}">
                <a16:creationId xmlns:a16="http://schemas.microsoft.com/office/drawing/2014/main" id="{E0B96E43-27B2-12FF-7C39-FCC2C2C706B9}"/>
              </a:ext>
            </a:extLst>
          </p:cNvPr>
          <p:cNvPicPr>
            <a:picLocks noChangeAspect="1"/>
          </p:cNvPicPr>
          <p:nvPr/>
        </p:nvPicPr>
        <p:blipFill>
          <a:blip r:embed="rId38"/>
          <a:stretch>
            <a:fillRect/>
          </a:stretch>
        </p:blipFill>
        <p:spPr>
          <a:xfrm>
            <a:off x="6515459" y="1104458"/>
            <a:ext cx="3279263" cy="4365476"/>
          </a:xfrm>
          <a:prstGeom prst="rect">
            <a:avLst/>
          </a:prstGeom>
          <a:effectLst>
            <a:softEdge rad="50800"/>
          </a:effectLst>
        </p:spPr>
      </p:pic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55571" y="6270696"/>
            <a:ext cx="1294384" cy="311884"/>
          </a:xfrm>
          <a:prstGeom prst="rect">
            <a:avLst/>
          </a:prstGeom>
        </p:spPr>
      </p:pic>
      <p:sp>
        <p:nvSpPr>
          <p:cNvPr id="3" name="object 3" descr="$PPTXTitle"/>
          <p:cNvSpPr txBox="1">
            <a:spLocks noGrp="1"/>
          </p:cNvSpPr>
          <p:nvPr>
            <p:ph type="title"/>
          </p:nvPr>
        </p:nvSpPr>
        <p:spPr>
          <a:xfrm>
            <a:off x="158453" y="590080"/>
            <a:ext cx="4925567" cy="363988"/>
          </a:xfrm>
          <a:prstGeom prst="rect">
            <a:avLst/>
          </a:prstGeom>
        </p:spPr>
        <p:txBody>
          <a:bodyPr vert="horz" wrap="square" lIns="0" tIns="13758" rIns="0" bIns="0" rtlCol="0" anchor="ctr">
            <a:spAutoFit/>
          </a:bodyPr>
          <a:lstStyle/>
          <a:p>
            <a:pPr marL="13758">
              <a:spcBef>
                <a:spcPts val="108"/>
              </a:spcBef>
            </a:pPr>
            <a:r>
              <a:rPr sz="2275" dirty="0">
                <a:solidFill>
                  <a:srgbClr val="007DC5"/>
                </a:solidFill>
                <a:latin typeface="Calibri (MS)"/>
                <a:cs typeface="Calibri (MS)"/>
              </a:rPr>
              <a:t>Customer-centricity – TCS Chennai</a:t>
            </a:r>
          </a:p>
        </p:txBody>
      </p:sp>
      <p:grpSp>
        <p:nvGrpSpPr>
          <p:cNvPr id="139" name="Group 138">
            <a:extLst>
              <a:ext uri="{FF2B5EF4-FFF2-40B4-BE49-F238E27FC236}">
                <a16:creationId xmlns:a16="http://schemas.microsoft.com/office/drawing/2014/main" id="{A552810C-5AC9-59C8-C3BE-851DB993AD84}"/>
              </a:ext>
            </a:extLst>
          </p:cNvPr>
          <p:cNvGrpSpPr/>
          <p:nvPr/>
        </p:nvGrpSpPr>
        <p:grpSpPr>
          <a:xfrm>
            <a:off x="5563594" y="613450"/>
            <a:ext cx="4304913" cy="5300840"/>
            <a:chOff x="5504139" y="812440"/>
            <a:chExt cx="4304913" cy="5300840"/>
          </a:xfrm>
        </p:grpSpPr>
        <p:sp>
          <p:nvSpPr>
            <p:cNvPr id="85" name="object 85"/>
            <p:cNvSpPr txBox="1"/>
            <p:nvPr/>
          </p:nvSpPr>
          <p:spPr>
            <a:xfrm>
              <a:off x="5513513" y="812440"/>
              <a:ext cx="4136442" cy="313975"/>
            </a:xfrm>
            <a:prstGeom prst="rect">
              <a:avLst/>
            </a:prstGeom>
          </p:spPr>
          <p:txBody>
            <a:bodyPr vert="horz" wrap="square" lIns="0" tIns="13758" rIns="0" bIns="0" rtlCol="0">
              <a:spAutoFit/>
            </a:bodyPr>
            <a:lstStyle/>
            <a:p>
              <a:pPr marR="6879" algn="just">
                <a:spcBef>
                  <a:spcPts val="108"/>
                </a:spcBef>
              </a:pPr>
              <a:r>
                <a:rPr sz="975" dirty="0">
                  <a:solidFill>
                    <a:srgbClr val="4E84C4"/>
                  </a:solidFill>
                  <a:latin typeface="Calibri"/>
                  <a:cs typeface="Calibri"/>
                </a:rPr>
                <a:t>Chennai</a:t>
              </a:r>
              <a:r>
                <a:rPr sz="975" spc="-11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975" dirty="0">
                  <a:solidFill>
                    <a:srgbClr val="4E84C4"/>
                  </a:solidFill>
                  <a:latin typeface="Calibri"/>
                  <a:cs typeface="Calibri"/>
                </a:rPr>
                <a:t>being</a:t>
              </a:r>
              <a:r>
                <a:rPr sz="975" spc="-11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975" dirty="0">
                  <a:solidFill>
                    <a:srgbClr val="4E84C4"/>
                  </a:solidFill>
                  <a:latin typeface="Calibri"/>
                  <a:cs typeface="Calibri"/>
                </a:rPr>
                <a:t>the</a:t>
              </a:r>
              <a:r>
                <a:rPr sz="975" spc="-22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975" dirty="0">
                  <a:solidFill>
                    <a:srgbClr val="4E84C4"/>
                  </a:solidFill>
                  <a:latin typeface="Calibri"/>
                  <a:cs typeface="Calibri"/>
                </a:rPr>
                <a:t>largest</a:t>
              </a:r>
              <a:r>
                <a:rPr sz="975" spc="-27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975" dirty="0">
                  <a:solidFill>
                    <a:srgbClr val="4E84C4"/>
                  </a:solidFill>
                  <a:latin typeface="Calibri"/>
                  <a:cs typeface="Calibri"/>
                </a:rPr>
                <a:t>Delivery</a:t>
              </a:r>
              <a:r>
                <a:rPr sz="975" spc="-11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975" dirty="0">
                  <a:solidFill>
                    <a:srgbClr val="4E84C4"/>
                  </a:solidFill>
                  <a:latin typeface="Calibri"/>
                  <a:cs typeface="Calibri"/>
                </a:rPr>
                <a:t>Centre</a:t>
              </a:r>
              <a:r>
                <a:rPr sz="975" spc="-22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975" dirty="0">
                  <a:solidFill>
                    <a:srgbClr val="4E84C4"/>
                  </a:solidFill>
                  <a:latin typeface="Calibri"/>
                  <a:cs typeface="Calibri"/>
                </a:rPr>
                <a:t>for</a:t>
              </a:r>
              <a:r>
                <a:rPr sz="975" spc="-27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975" dirty="0">
                  <a:solidFill>
                    <a:srgbClr val="4E84C4"/>
                  </a:solidFill>
                  <a:latin typeface="Calibri"/>
                  <a:cs typeface="Calibri"/>
                </a:rPr>
                <a:t>TCS,</a:t>
              </a:r>
              <a:r>
                <a:rPr sz="975" spc="-54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975" dirty="0">
                  <a:solidFill>
                    <a:srgbClr val="4E84C4"/>
                  </a:solidFill>
                  <a:latin typeface="Calibri"/>
                  <a:cs typeface="Calibri"/>
                </a:rPr>
                <a:t>advocates</a:t>
              </a:r>
              <a:r>
                <a:rPr sz="975" spc="-43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975" dirty="0">
                  <a:solidFill>
                    <a:srgbClr val="4E84C4"/>
                  </a:solidFill>
                  <a:latin typeface="Calibri"/>
                  <a:cs typeface="Calibri"/>
                </a:rPr>
                <a:t>the</a:t>
              </a:r>
              <a:r>
                <a:rPr sz="975" spc="-27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975" dirty="0">
                  <a:solidFill>
                    <a:srgbClr val="4E84C4"/>
                  </a:solidFill>
                  <a:latin typeface="Calibri"/>
                  <a:cs typeface="Calibri"/>
                </a:rPr>
                <a:t>Ethos</a:t>
              </a:r>
              <a:r>
                <a:rPr sz="975" spc="-32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975" dirty="0">
                  <a:solidFill>
                    <a:srgbClr val="4E84C4"/>
                  </a:solidFill>
                  <a:latin typeface="Calibri"/>
                  <a:cs typeface="Calibri"/>
                </a:rPr>
                <a:t>of</a:t>
              </a:r>
              <a:r>
                <a:rPr sz="975" spc="-43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975" spc="-22" dirty="0">
                  <a:solidFill>
                    <a:srgbClr val="4E84C4"/>
                  </a:solidFill>
                  <a:latin typeface="Calibri"/>
                  <a:cs typeface="Calibri"/>
                </a:rPr>
                <a:t>Tata</a:t>
              </a:r>
              <a:endParaRPr sz="975" dirty="0">
                <a:latin typeface="Calibri"/>
                <a:cs typeface="Calibri"/>
              </a:endParaRPr>
            </a:p>
            <a:p>
              <a:pPr marR="5503" algn="just"/>
              <a:r>
                <a:rPr sz="975" dirty="0">
                  <a:solidFill>
                    <a:srgbClr val="4E84C4"/>
                  </a:solidFill>
                  <a:latin typeface="Calibri"/>
                  <a:cs typeface="Calibri"/>
                </a:rPr>
                <a:t>Group</a:t>
              </a:r>
              <a:r>
                <a:rPr sz="975" spc="-32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975" dirty="0">
                  <a:solidFill>
                    <a:srgbClr val="4E84C4"/>
                  </a:solidFill>
                  <a:latin typeface="Calibri"/>
                  <a:cs typeface="Calibri"/>
                </a:rPr>
                <a:t>with</a:t>
              </a:r>
              <a:r>
                <a:rPr sz="975" spc="-27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975" dirty="0">
                  <a:solidFill>
                    <a:srgbClr val="4E84C4"/>
                  </a:solidFill>
                  <a:latin typeface="Calibri"/>
                  <a:cs typeface="Calibri"/>
                </a:rPr>
                <a:t>core</a:t>
              </a:r>
              <a:r>
                <a:rPr sz="975" spc="-43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975" dirty="0">
                  <a:solidFill>
                    <a:srgbClr val="4E84C4"/>
                  </a:solidFill>
                  <a:latin typeface="Calibri"/>
                  <a:cs typeface="Calibri"/>
                </a:rPr>
                <a:t>focus</a:t>
              </a:r>
              <a:r>
                <a:rPr sz="975" spc="-22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975" dirty="0">
                  <a:solidFill>
                    <a:srgbClr val="4E84C4"/>
                  </a:solidFill>
                  <a:latin typeface="Calibri"/>
                  <a:cs typeface="Calibri"/>
                </a:rPr>
                <a:t>on</a:t>
              </a:r>
              <a:r>
                <a:rPr sz="975" spc="-38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975" dirty="0">
                  <a:solidFill>
                    <a:srgbClr val="4E84C4"/>
                  </a:solidFill>
                  <a:latin typeface="Calibri"/>
                  <a:cs typeface="Calibri"/>
                </a:rPr>
                <a:t>Customer</a:t>
              </a:r>
              <a:r>
                <a:rPr sz="975" spc="-16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975" dirty="0">
                  <a:solidFill>
                    <a:srgbClr val="4E84C4"/>
                  </a:solidFill>
                  <a:latin typeface="Calibri"/>
                  <a:cs typeface="Calibri"/>
                </a:rPr>
                <a:t>Centricity</a:t>
              </a:r>
              <a:r>
                <a:rPr sz="975" spc="-11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975" dirty="0">
                  <a:solidFill>
                    <a:srgbClr val="4E84C4"/>
                  </a:solidFill>
                  <a:latin typeface="Calibri"/>
                  <a:cs typeface="Calibri"/>
                </a:rPr>
                <a:t>and</a:t>
              </a:r>
              <a:r>
                <a:rPr sz="975" spc="-11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975" dirty="0">
                  <a:solidFill>
                    <a:srgbClr val="4E84C4"/>
                  </a:solidFill>
                  <a:latin typeface="Calibri"/>
                  <a:cs typeface="Calibri"/>
                </a:rPr>
                <a:t>Next</a:t>
              </a:r>
              <a:r>
                <a:rPr sz="975" spc="-22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975" dirty="0">
                  <a:solidFill>
                    <a:srgbClr val="4E84C4"/>
                  </a:solidFill>
                  <a:latin typeface="Calibri"/>
                  <a:cs typeface="Calibri"/>
                </a:rPr>
                <a:t>Gen</a:t>
              </a:r>
              <a:r>
                <a:rPr sz="975" spc="-16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975" spc="-11" dirty="0">
                  <a:solidFill>
                    <a:srgbClr val="4E84C4"/>
                  </a:solidFill>
                  <a:latin typeface="Calibri"/>
                  <a:cs typeface="Calibri"/>
                </a:rPr>
                <a:t>Technology</a:t>
              </a:r>
              <a:r>
                <a:rPr sz="975" spc="-16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975" spc="-11" dirty="0">
                  <a:solidFill>
                    <a:srgbClr val="4E84C4"/>
                  </a:solidFill>
                  <a:latin typeface="Calibri"/>
                  <a:cs typeface="Calibri"/>
                </a:rPr>
                <a:t>Solutions</a:t>
              </a:r>
              <a:endParaRPr sz="975" dirty="0">
                <a:latin typeface="Calibri"/>
                <a:cs typeface="Calibri"/>
              </a:endParaRPr>
            </a:p>
          </p:txBody>
        </p:sp>
        <p:grpSp>
          <p:nvGrpSpPr>
            <p:cNvPr id="138" name="Group 137">
              <a:extLst>
                <a:ext uri="{FF2B5EF4-FFF2-40B4-BE49-F238E27FC236}">
                  <a16:creationId xmlns:a16="http://schemas.microsoft.com/office/drawing/2014/main" id="{13D4262B-8377-2791-AE2D-AB49AC22A07A}"/>
                </a:ext>
              </a:extLst>
            </p:cNvPr>
            <p:cNvGrpSpPr/>
            <p:nvPr/>
          </p:nvGrpSpPr>
          <p:grpSpPr>
            <a:xfrm>
              <a:off x="5504139" y="1213614"/>
              <a:ext cx="4304913" cy="4899666"/>
              <a:chOff x="5684119" y="1242938"/>
              <a:chExt cx="3999684" cy="4498013"/>
            </a:xfrm>
          </p:grpSpPr>
          <p:grpSp>
            <p:nvGrpSpPr>
              <p:cNvPr id="137" name="Group 136">
                <a:extLst>
                  <a:ext uri="{FF2B5EF4-FFF2-40B4-BE49-F238E27FC236}">
                    <a16:creationId xmlns:a16="http://schemas.microsoft.com/office/drawing/2014/main" id="{E9FC1931-2786-7D8C-0972-9AB754A3AEE7}"/>
                  </a:ext>
                </a:extLst>
              </p:cNvPr>
              <p:cNvGrpSpPr/>
              <p:nvPr/>
            </p:nvGrpSpPr>
            <p:grpSpPr>
              <a:xfrm>
                <a:off x="5684119" y="1242938"/>
                <a:ext cx="3912319" cy="4498013"/>
                <a:chOff x="5684119" y="1242938"/>
                <a:chExt cx="3912319" cy="4498013"/>
              </a:xfrm>
            </p:grpSpPr>
            <p:sp>
              <p:nvSpPr>
                <p:cNvPr id="67" name="object 67"/>
                <p:cNvSpPr/>
                <p:nvPr/>
              </p:nvSpPr>
              <p:spPr>
                <a:xfrm>
                  <a:off x="6206384" y="1242938"/>
                  <a:ext cx="2773680" cy="396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0320" h="365759">
                      <a:moveTo>
                        <a:pt x="2560320" y="0"/>
                      </a:moveTo>
                      <a:lnTo>
                        <a:pt x="0" y="0"/>
                      </a:lnTo>
                      <a:lnTo>
                        <a:pt x="0" y="365760"/>
                      </a:lnTo>
                      <a:lnTo>
                        <a:pt x="2560320" y="365760"/>
                      </a:lnTo>
                      <a:lnTo>
                        <a:pt x="2560320" y="0"/>
                      </a:lnTo>
                      <a:close/>
                    </a:path>
                  </a:pathLst>
                </a:custGeom>
                <a:solidFill>
                  <a:srgbClr val="1E2222"/>
                </a:solidFill>
              </p:spPr>
              <p:txBody>
                <a:bodyPr wrap="square" lIns="0" tIns="0" rIns="0" bIns="0" rtlCol="0"/>
                <a:lstStyle/>
                <a:p>
                  <a:endParaRPr sz="1950"/>
                </a:p>
              </p:txBody>
            </p:sp>
            <p:sp>
              <p:nvSpPr>
                <p:cNvPr id="68" name="object 68"/>
                <p:cNvSpPr txBox="1"/>
                <p:nvPr/>
              </p:nvSpPr>
              <p:spPr>
                <a:xfrm>
                  <a:off x="7170018" y="1336771"/>
                  <a:ext cx="847513" cy="179846"/>
                </a:xfrm>
                <a:prstGeom prst="rect">
                  <a:avLst/>
                </a:prstGeom>
              </p:spPr>
              <p:txBody>
                <a:bodyPr vert="horz" wrap="square" lIns="0" tIns="13070" rIns="0" bIns="0" rtlCol="0">
                  <a:spAutoFit/>
                </a:bodyPr>
                <a:lstStyle/>
                <a:p>
                  <a:pPr marL="13758">
                    <a:spcBef>
                      <a:spcPts val="103"/>
                    </a:spcBef>
                  </a:pPr>
                  <a:r>
                    <a:rPr sz="1083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Google</a:t>
                  </a:r>
                  <a:r>
                    <a:rPr sz="1083" spc="-32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</a:t>
                  </a:r>
                  <a:r>
                    <a:rPr sz="1083" spc="-11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Garage</a:t>
                  </a:r>
                  <a:endParaRPr sz="1083">
                    <a:latin typeface="Calibri"/>
                    <a:cs typeface="Calibri"/>
                  </a:endParaRPr>
                </a:p>
              </p:txBody>
            </p:sp>
            <p:sp>
              <p:nvSpPr>
                <p:cNvPr id="69" name="object 69"/>
                <p:cNvSpPr/>
                <p:nvPr/>
              </p:nvSpPr>
              <p:spPr>
                <a:xfrm>
                  <a:off x="6206384" y="1705630"/>
                  <a:ext cx="2765425" cy="396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52700" h="365759">
                      <a:moveTo>
                        <a:pt x="2552700" y="0"/>
                      </a:moveTo>
                      <a:lnTo>
                        <a:pt x="0" y="0"/>
                      </a:lnTo>
                      <a:lnTo>
                        <a:pt x="0" y="365760"/>
                      </a:lnTo>
                      <a:lnTo>
                        <a:pt x="2552700" y="365760"/>
                      </a:lnTo>
                      <a:lnTo>
                        <a:pt x="2552700" y="0"/>
                      </a:lnTo>
                      <a:close/>
                    </a:path>
                  </a:pathLst>
                </a:custGeom>
                <a:solidFill>
                  <a:srgbClr val="1E2222"/>
                </a:solidFill>
              </p:spPr>
              <p:txBody>
                <a:bodyPr wrap="square" lIns="0" tIns="0" rIns="0" bIns="0" rtlCol="0"/>
                <a:lstStyle/>
                <a:p>
                  <a:endParaRPr sz="1950"/>
                </a:p>
              </p:txBody>
            </p:sp>
            <p:sp>
              <p:nvSpPr>
                <p:cNvPr id="70" name="object 70"/>
                <p:cNvSpPr txBox="1"/>
                <p:nvPr/>
              </p:nvSpPr>
              <p:spPr>
                <a:xfrm>
                  <a:off x="7056098" y="1700292"/>
                  <a:ext cx="1070398" cy="362642"/>
                </a:xfrm>
                <a:prstGeom prst="rect">
                  <a:avLst/>
                </a:prstGeom>
              </p:spPr>
              <p:txBody>
                <a:bodyPr vert="horz" wrap="square" lIns="0" tIns="13758" rIns="0" bIns="0" rtlCol="0">
                  <a:spAutoFit/>
                </a:bodyPr>
                <a:lstStyle/>
                <a:p>
                  <a:pPr marL="39898" marR="5503" indent="-26828">
                    <a:lnSpc>
                      <a:spcPct val="107000"/>
                    </a:lnSpc>
                    <a:spcBef>
                      <a:spcPts val="108"/>
                    </a:spcBef>
                  </a:pPr>
                  <a:r>
                    <a:rPr sz="1083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IBM</a:t>
                  </a:r>
                  <a:r>
                    <a:rPr sz="1083" spc="-43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</a:t>
                  </a:r>
                  <a:r>
                    <a:rPr sz="1083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RedHat</a:t>
                  </a:r>
                  <a:r>
                    <a:rPr sz="1083" spc="-27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</a:t>
                  </a:r>
                  <a:r>
                    <a:rPr sz="1083" spc="-11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GenAI </a:t>
                  </a:r>
                  <a:r>
                    <a:rPr sz="1083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Experience</a:t>
                  </a:r>
                  <a:r>
                    <a:rPr sz="1083" spc="-60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</a:t>
                  </a:r>
                  <a:r>
                    <a:rPr sz="1083" spc="-11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Center</a:t>
                  </a:r>
                  <a:endParaRPr sz="1083">
                    <a:latin typeface="Calibri"/>
                    <a:cs typeface="Calibri"/>
                  </a:endParaRPr>
                </a:p>
              </p:txBody>
            </p:sp>
            <p:sp>
              <p:nvSpPr>
                <p:cNvPr id="71" name="object 71"/>
                <p:cNvSpPr/>
                <p:nvPr/>
              </p:nvSpPr>
              <p:spPr>
                <a:xfrm>
                  <a:off x="6198267" y="2168186"/>
                  <a:ext cx="2773680" cy="396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0320" h="365760">
                      <a:moveTo>
                        <a:pt x="2560320" y="0"/>
                      </a:moveTo>
                      <a:lnTo>
                        <a:pt x="0" y="0"/>
                      </a:lnTo>
                      <a:lnTo>
                        <a:pt x="0" y="365760"/>
                      </a:lnTo>
                      <a:lnTo>
                        <a:pt x="2560320" y="365760"/>
                      </a:lnTo>
                      <a:lnTo>
                        <a:pt x="2560320" y="0"/>
                      </a:lnTo>
                      <a:close/>
                    </a:path>
                  </a:pathLst>
                </a:custGeom>
                <a:solidFill>
                  <a:srgbClr val="1E2222"/>
                </a:solidFill>
              </p:spPr>
              <p:txBody>
                <a:bodyPr wrap="square" lIns="0" tIns="0" rIns="0" bIns="0" rtlCol="0"/>
                <a:lstStyle/>
                <a:p>
                  <a:endParaRPr sz="1950"/>
                </a:p>
              </p:txBody>
            </p:sp>
            <p:sp>
              <p:nvSpPr>
                <p:cNvPr id="72" name="object 72"/>
                <p:cNvSpPr txBox="1"/>
                <p:nvPr/>
              </p:nvSpPr>
              <p:spPr>
                <a:xfrm>
                  <a:off x="6996664" y="2162416"/>
                  <a:ext cx="1178401" cy="371822"/>
                </a:xfrm>
                <a:prstGeom prst="rect">
                  <a:avLst/>
                </a:prstGeom>
              </p:spPr>
              <p:txBody>
                <a:bodyPr vert="horz" wrap="square" lIns="0" tIns="25453" rIns="0" bIns="0" rtlCol="0">
                  <a:spAutoFit/>
                </a:bodyPr>
                <a:lstStyle/>
                <a:p>
                  <a:pPr marL="19949">
                    <a:spcBef>
                      <a:spcPts val="200"/>
                    </a:spcBef>
                  </a:pPr>
                  <a:r>
                    <a:rPr sz="1083" spc="-11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Cybersecurity</a:t>
                  </a:r>
                  <a:r>
                    <a:rPr sz="1083" spc="60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</a:t>
                  </a:r>
                  <a:r>
                    <a:rPr sz="1083" spc="-11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threat</a:t>
                  </a:r>
                  <a:endParaRPr sz="1083">
                    <a:latin typeface="Calibri"/>
                    <a:cs typeface="Calibri"/>
                  </a:endParaRPr>
                </a:p>
                <a:p>
                  <a:pPr marL="13758">
                    <a:spcBef>
                      <a:spcPts val="97"/>
                    </a:spcBef>
                  </a:pPr>
                  <a:r>
                    <a:rPr sz="1083" spc="-11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Management</a:t>
                  </a:r>
                  <a:r>
                    <a:rPr sz="1083" spc="38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</a:t>
                  </a:r>
                  <a:r>
                    <a:rPr sz="1083" spc="-11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Center</a:t>
                  </a:r>
                  <a:endParaRPr sz="1083">
                    <a:latin typeface="Calibri"/>
                    <a:cs typeface="Calibri"/>
                  </a:endParaRPr>
                </a:p>
              </p:txBody>
            </p:sp>
            <p:sp>
              <p:nvSpPr>
                <p:cNvPr id="73" name="object 73"/>
                <p:cNvSpPr/>
                <p:nvPr/>
              </p:nvSpPr>
              <p:spPr>
                <a:xfrm>
                  <a:off x="6186160" y="4883380"/>
                  <a:ext cx="2808764" cy="839946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92704" h="775335">
                      <a:moveTo>
                        <a:pt x="2585212" y="409409"/>
                      </a:moveTo>
                      <a:lnTo>
                        <a:pt x="0" y="409409"/>
                      </a:lnTo>
                      <a:lnTo>
                        <a:pt x="0" y="775169"/>
                      </a:lnTo>
                      <a:lnTo>
                        <a:pt x="2585212" y="775169"/>
                      </a:lnTo>
                      <a:lnTo>
                        <a:pt x="2585212" y="409409"/>
                      </a:lnTo>
                      <a:close/>
                    </a:path>
                    <a:path w="2592704" h="775335">
                      <a:moveTo>
                        <a:pt x="2592705" y="0"/>
                      </a:moveTo>
                      <a:lnTo>
                        <a:pt x="7493" y="0"/>
                      </a:lnTo>
                      <a:lnTo>
                        <a:pt x="7493" y="365760"/>
                      </a:lnTo>
                      <a:lnTo>
                        <a:pt x="2592705" y="365760"/>
                      </a:lnTo>
                      <a:lnTo>
                        <a:pt x="2592705" y="0"/>
                      </a:lnTo>
                      <a:close/>
                    </a:path>
                  </a:pathLst>
                </a:custGeom>
                <a:solidFill>
                  <a:srgbClr val="1E2222"/>
                </a:solidFill>
              </p:spPr>
              <p:txBody>
                <a:bodyPr wrap="square" lIns="0" tIns="0" rIns="0" bIns="0" rtlCol="0"/>
                <a:lstStyle/>
                <a:p>
                  <a:endParaRPr sz="1950"/>
                </a:p>
              </p:txBody>
            </p:sp>
            <p:sp>
              <p:nvSpPr>
                <p:cNvPr id="74" name="object 74"/>
                <p:cNvSpPr/>
                <p:nvPr/>
              </p:nvSpPr>
              <p:spPr>
                <a:xfrm>
                  <a:off x="6216014" y="2602123"/>
                  <a:ext cx="2773680" cy="396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0320" h="365760">
                      <a:moveTo>
                        <a:pt x="2560319" y="0"/>
                      </a:moveTo>
                      <a:lnTo>
                        <a:pt x="0" y="0"/>
                      </a:lnTo>
                      <a:lnTo>
                        <a:pt x="0" y="365760"/>
                      </a:lnTo>
                      <a:lnTo>
                        <a:pt x="2560319" y="365760"/>
                      </a:lnTo>
                      <a:lnTo>
                        <a:pt x="2560319" y="0"/>
                      </a:lnTo>
                      <a:close/>
                    </a:path>
                  </a:pathLst>
                </a:custGeom>
                <a:solidFill>
                  <a:srgbClr val="1E2222"/>
                </a:solidFill>
              </p:spPr>
              <p:txBody>
                <a:bodyPr wrap="square" lIns="0" tIns="0" rIns="0" bIns="0" rtlCol="0"/>
                <a:lstStyle/>
                <a:p>
                  <a:endParaRPr sz="1950"/>
                </a:p>
              </p:txBody>
            </p:sp>
            <p:sp>
              <p:nvSpPr>
                <p:cNvPr id="75" name="object 75"/>
                <p:cNvSpPr txBox="1"/>
                <p:nvPr/>
              </p:nvSpPr>
              <p:spPr>
                <a:xfrm>
                  <a:off x="6978777" y="2697883"/>
                  <a:ext cx="1229307" cy="179846"/>
                </a:xfrm>
                <a:prstGeom prst="rect">
                  <a:avLst/>
                </a:prstGeom>
              </p:spPr>
              <p:txBody>
                <a:bodyPr vert="horz" wrap="square" lIns="0" tIns="13070" rIns="0" bIns="0" rtlCol="0">
                  <a:spAutoFit/>
                </a:bodyPr>
                <a:lstStyle/>
                <a:p>
                  <a:pPr>
                    <a:spcBef>
                      <a:spcPts val="103"/>
                    </a:spcBef>
                  </a:pPr>
                  <a:r>
                    <a:rPr sz="1083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TCS</a:t>
                  </a:r>
                  <a:r>
                    <a:rPr sz="1083" spc="-16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</a:t>
                  </a:r>
                  <a:r>
                    <a:rPr sz="1083" spc="-11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Interactive</a:t>
                  </a:r>
                  <a:r>
                    <a:rPr sz="1083" spc="-16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</a:t>
                  </a:r>
                  <a:r>
                    <a:rPr sz="1083" spc="-11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Studio</a:t>
                  </a:r>
                  <a:endParaRPr sz="1083">
                    <a:latin typeface="Calibri"/>
                    <a:cs typeface="Calibri"/>
                  </a:endParaRPr>
                </a:p>
              </p:txBody>
            </p:sp>
            <p:sp>
              <p:nvSpPr>
                <p:cNvPr id="76" name="object 76"/>
                <p:cNvSpPr/>
                <p:nvPr/>
              </p:nvSpPr>
              <p:spPr>
                <a:xfrm>
                  <a:off x="6213263" y="3053535"/>
                  <a:ext cx="2773680" cy="396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0320" h="365760">
                      <a:moveTo>
                        <a:pt x="2560320" y="0"/>
                      </a:moveTo>
                      <a:lnTo>
                        <a:pt x="0" y="0"/>
                      </a:lnTo>
                      <a:lnTo>
                        <a:pt x="0" y="365760"/>
                      </a:lnTo>
                      <a:lnTo>
                        <a:pt x="2560320" y="365760"/>
                      </a:lnTo>
                      <a:lnTo>
                        <a:pt x="2560320" y="0"/>
                      </a:lnTo>
                      <a:close/>
                    </a:path>
                  </a:pathLst>
                </a:custGeom>
                <a:solidFill>
                  <a:srgbClr val="1E2222"/>
                </a:solidFill>
              </p:spPr>
              <p:txBody>
                <a:bodyPr wrap="square" lIns="0" tIns="0" rIns="0" bIns="0" rtlCol="0"/>
                <a:lstStyle/>
                <a:p>
                  <a:endParaRPr sz="1950"/>
                </a:p>
              </p:txBody>
            </p:sp>
            <p:sp>
              <p:nvSpPr>
                <p:cNvPr id="77" name="object 77"/>
                <p:cNvSpPr txBox="1"/>
                <p:nvPr/>
              </p:nvSpPr>
              <p:spPr>
                <a:xfrm>
                  <a:off x="6960891" y="3048885"/>
                  <a:ext cx="1293283" cy="362642"/>
                </a:xfrm>
                <a:prstGeom prst="rect">
                  <a:avLst/>
                </a:prstGeom>
              </p:spPr>
              <p:txBody>
                <a:bodyPr vert="horz" wrap="square" lIns="0" tIns="13758" rIns="0" bIns="0" rtlCol="0">
                  <a:spAutoFit/>
                </a:bodyPr>
                <a:lstStyle/>
                <a:p>
                  <a:pPr marL="336381" marR="5503" indent="-337069">
                    <a:lnSpc>
                      <a:spcPct val="107000"/>
                    </a:lnSpc>
                    <a:spcBef>
                      <a:spcPts val="108"/>
                    </a:spcBef>
                  </a:pPr>
                  <a:r>
                    <a:rPr sz="1083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Cognitive</a:t>
                  </a:r>
                  <a:r>
                    <a:rPr sz="1083" spc="-43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</a:t>
                  </a:r>
                  <a:r>
                    <a:rPr sz="1083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Business</a:t>
                  </a:r>
                  <a:r>
                    <a:rPr sz="1083" spc="-54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</a:t>
                  </a:r>
                  <a:r>
                    <a:rPr sz="1083" spc="-27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Ops</a:t>
                  </a:r>
                  <a:r>
                    <a:rPr sz="1083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Global</a:t>
                  </a:r>
                  <a:r>
                    <a:rPr sz="1083" spc="-32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</a:t>
                  </a:r>
                  <a:r>
                    <a:rPr sz="1083" spc="-22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Labs</a:t>
                  </a:r>
                  <a:endParaRPr sz="1083">
                    <a:latin typeface="Calibri"/>
                    <a:cs typeface="Calibri"/>
                  </a:endParaRPr>
                </a:p>
              </p:txBody>
            </p:sp>
            <p:sp>
              <p:nvSpPr>
                <p:cNvPr id="78" name="object 78"/>
                <p:cNvSpPr/>
                <p:nvPr/>
              </p:nvSpPr>
              <p:spPr>
                <a:xfrm>
                  <a:off x="6221242" y="3506596"/>
                  <a:ext cx="2773680" cy="396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0320" h="365760">
                      <a:moveTo>
                        <a:pt x="2560319" y="0"/>
                      </a:moveTo>
                      <a:lnTo>
                        <a:pt x="0" y="0"/>
                      </a:lnTo>
                      <a:lnTo>
                        <a:pt x="0" y="365760"/>
                      </a:lnTo>
                      <a:lnTo>
                        <a:pt x="2560319" y="365760"/>
                      </a:lnTo>
                      <a:lnTo>
                        <a:pt x="2560319" y="0"/>
                      </a:lnTo>
                      <a:close/>
                    </a:path>
                  </a:pathLst>
                </a:custGeom>
                <a:solidFill>
                  <a:srgbClr val="1E2222"/>
                </a:solidFill>
              </p:spPr>
              <p:txBody>
                <a:bodyPr wrap="square" lIns="0" tIns="0" rIns="0" bIns="0" rtlCol="0"/>
                <a:lstStyle/>
                <a:p>
                  <a:endParaRPr sz="1950"/>
                </a:p>
              </p:txBody>
            </p:sp>
            <p:sp>
              <p:nvSpPr>
                <p:cNvPr id="79" name="object 79"/>
                <p:cNvSpPr txBox="1"/>
                <p:nvPr/>
              </p:nvSpPr>
              <p:spPr>
                <a:xfrm>
                  <a:off x="6998865" y="3602025"/>
                  <a:ext cx="1234810" cy="179846"/>
                </a:xfrm>
                <a:prstGeom prst="rect">
                  <a:avLst/>
                </a:prstGeom>
              </p:spPr>
              <p:txBody>
                <a:bodyPr vert="horz" wrap="square" lIns="0" tIns="13070" rIns="0" bIns="0" rtlCol="0">
                  <a:spAutoFit/>
                </a:bodyPr>
                <a:lstStyle/>
                <a:p>
                  <a:pPr>
                    <a:spcBef>
                      <a:spcPts val="103"/>
                    </a:spcBef>
                  </a:pPr>
                  <a:r>
                    <a:rPr sz="1083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BFSI</a:t>
                  </a:r>
                  <a:r>
                    <a:rPr sz="1083" spc="11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</a:t>
                  </a:r>
                  <a:r>
                    <a:rPr sz="1083" spc="-11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Innovation</a:t>
                  </a:r>
                  <a:r>
                    <a:rPr sz="1083" spc="-22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</a:t>
                  </a:r>
                  <a:r>
                    <a:rPr sz="1083" spc="-11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Space</a:t>
                  </a:r>
                  <a:endParaRPr sz="1083">
                    <a:latin typeface="Calibri"/>
                    <a:cs typeface="Calibri"/>
                  </a:endParaRPr>
                </a:p>
              </p:txBody>
            </p:sp>
            <p:sp>
              <p:nvSpPr>
                <p:cNvPr id="80" name="object 80"/>
                <p:cNvSpPr txBox="1"/>
                <p:nvPr/>
              </p:nvSpPr>
              <p:spPr>
                <a:xfrm>
                  <a:off x="6885634" y="4879183"/>
                  <a:ext cx="1432930" cy="362642"/>
                </a:xfrm>
                <a:prstGeom prst="rect">
                  <a:avLst/>
                </a:prstGeom>
              </p:spPr>
              <p:txBody>
                <a:bodyPr vert="horz" wrap="square" lIns="0" tIns="13758" rIns="0" bIns="0" rtlCol="0">
                  <a:spAutoFit/>
                </a:bodyPr>
                <a:lstStyle/>
                <a:p>
                  <a:pPr marL="252458" marR="5503" indent="-253144">
                    <a:lnSpc>
                      <a:spcPct val="107000"/>
                    </a:lnSpc>
                    <a:spcBef>
                      <a:spcPts val="108"/>
                    </a:spcBef>
                  </a:pPr>
                  <a:r>
                    <a:rPr sz="1083" spc="-11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Insurance</a:t>
                  </a:r>
                  <a:r>
                    <a:rPr sz="1083" spc="-5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</a:t>
                  </a:r>
                  <a:r>
                    <a:rPr sz="1083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and </a:t>
                  </a:r>
                  <a:r>
                    <a:rPr sz="1083" spc="-11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Healthcare Innovation</a:t>
                  </a:r>
                  <a:r>
                    <a:rPr sz="1083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</a:t>
                  </a:r>
                  <a:r>
                    <a:rPr sz="1083" spc="-22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space</a:t>
                  </a:r>
                  <a:endParaRPr sz="1083">
                    <a:latin typeface="Calibri"/>
                    <a:cs typeface="Calibri"/>
                  </a:endParaRPr>
                </a:p>
              </p:txBody>
            </p:sp>
            <p:sp>
              <p:nvSpPr>
                <p:cNvPr id="81" name="object 81"/>
                <p:cNvSpPr/>
                <p:nvPr/>
              </p:nvSpPr>
              <p:spPr>
                <a:xfrm>
                  <a:off x="6221242" y="3964061"/>
                  <a:ext cx="2773680" cy="396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0320" h="365760">
                      <a:moveTo>
                        <a:pt x="2560319" y="0"/>
                      </a:moveTo>
                      <a:lnTo>
                        <a:pt x="0" y="0"/>
                      </a:lnTo>
                      <a:lnTo>
                        <a:pt x="0" y="365760"/>
                      </a:lnTo>
                      <a:lnTo>
                        <a:pt x="2560319" y="365760"/>
                      </a:lnTo>
                      <a:lnTo>
                        <a:pt x="2560319" y="0"/>
                      </a:lnTo>
                      <a:close/>
                    </a:path>
                  </a:pathLst>
                </a:custGeom>
                <a:solidFill>
                  <a:srgbClr val="1E2222"/>
                </a:solidFill>
              </p:spPr>
              <p:txBody>
                <a:bodyPr wrap="square" lIns="0" tIns="0" rIns="0" bIns="0" rtlCol="0"/>
                <a:lstStyle/>
                <a:p>
                  <a:endParaRPr sz="1950"/>
                </a:p>
              </p:txBody>
            </p:sp>
            <p:sp>
              <p:nvSpPr>
                <p:cNvPr id="82" name="object 82"/>
                <p:cNvSpPr txBox="1"/>
                <p:nvPr/>
              </p:nvSpPr>
              <p:spPr>
                <a:xfrm>
                  <a:off x="7408312" y="4059958"/>
                  <a:ext cx="414126" cy="179846"/>
                </a:xfrm>
                <a:prstGeom prst="rect">
                  <a:avLst/>
                </a:prstGeom>
              </p:spPr>
              <p:txBody>
                <a:bodyPr vert="horz" wrap="square" lIns="0" tIns="13070" rIns="0" bIns="0" rtlCol="0">
                  <a:spAutoFit/>
                </a:bodyPr>
                <a:lstStyle/>
                <a:p>
                  <a:pPr>
                    <a:spcBef>
                      <a:spcPts val="103"/>
                    </a:spcBef>
                  </a:pPr>
                  <a:r>
                    <a:rPr sz="1083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IoT</a:t>
                  </a:r>
                  <a:r>
                    <a:rPr sz="1083" spc="-22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</a:t>
                  </a:r>
                  <a:r>
                    <a:rPr sz="1083" spc="-27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Lab</a:t>
                  </a:r>
                  <a:endParaRPr sz="1083">
                    <a:latin typeface="Calibri"/>
                    <a:cs typeface="Calibri"/>
                  </a:endParaRPr>
                </a:p>
              </p:txBody>
            </p:sp>
            <p:sp>
              <p:nvSpPr>
                <p:cNvPr id="83" name="object 83"/>
                <p:cNvSpPr/>
                <p:nvPr/>
              </p:nvSpPr>
              <p:spPr>
                <a:xfrm>
                  <a:off x="6221242" y="4405154"/>
                  <a:ext cx="2773680" cy="39624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2560320" h="365760">
                      <a:moveTo>
                        <a:pt x="2560319" y="0"/>
                      </a:moveTo>
                      <a:lnTo>
                        <a:pt x="0" y="0"/>
                      </a:lnTo>
                      <a:lnTo>
                        <a:pt x="0" y="365760"/>
                      </a:lnTo>
                      <a:lnTo>
                        <a:pt x="2560319" y="365760"/>
                      </a:lnTo>
                      <a:lnTo>
                        <a:pt x="2560319" y="0"/>
                      </a:lnTo>
                      <a:close/>
                    </a:path>
                  </a:pathLst>
                </a:custGeom>
                <a:solidFill>
                  <a:srgbClr val="1E2222"/>
                </a:solidFill>
              </p:spPr>
              <p:txBody>
                <a:bodyPr wrap="square" lIns="0" tIns="0" rIns="0" bIns="0" rtlCol="0"/>
                <a:lstStyle/>
                <a:p>
                  <a:endParaRPr sz="1950"/>
                </a:p>
              </p:txBody>
            </p:sp>
            <p:sp>
              <p:nvSpPr>
                <p:cNvPr id="84" name="object 84"/>
                <p:cNvSpPr txBox="1"/>
                <p:nvPr/>
              </p:nvSpPr>
              <p:spPr>
                <a:xfrm>
                  <a:off x="7241561" y="4501463"/>
                  <a:ext cx="747078" cy="179846"/>
                </a:xfrm>
                <a:prstGeom prst="rect">
                  <a:avLst/>
                </a:prstGeom>
              </p:spPr>
              <p:txBody>
                <a:bodyPr vert="horz" wrap="square" lIns="0" tIns="13070" rIns="0" bIns="0" rtlCol="0">
                  <a:spAutoFit/>
                </a:bodyPr>
                <a:lstStyle/>
                <a:p>
                  <a:pPr>
                    <a:spcBef>
                      <a:spcPts val="103"/>
                    </a:spcBef>
                  </a:pPr>
                  <a:r>
                    <a:rPr sz="1083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Design</a:t>
                  </a:r>
                  <a:r>
                    <a:rPr sz="1083" spc="-38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</a:t>
                  </a:r>
                  <a:r>
                    <a:rPr sz="1083" spc="-11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Space</a:t>
                  </a:r>
                  <a:endParaRPr sz="1083">
                    <a:latin typeface="Calibri"/>
                    <a:cs typeface="Calibri"/>
                  </a:endParaRPr>
                </a:p>
              </p:txBody>
            </p:sp>
            <p:sp>
              <p:nvSpPr>
                <p:cNvPr id="86" name="object 86"/>
                <p:cNvSpPr/>
                <p:nvPr/>
              </p:nvSpPr>
              <p:spPr>
                <a:xfrm>
                  <a:off x="5684119" y="1256422"/>
                  <a:ext cx="434075" cy="44845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00685" h="4139565">
                      <a:moveTo>
                        <a:pt x="400519" y="0"/>
                      </a:moveTo>
                      <a:lnTo>
                        <a:pt x="0" y="0"/>
                      </a:lnTo>
                      <a:lnTo>
                        <a:pt x="0" y="4139057"/>
                      </a:lnTo>
                      <a:lnTo>
                        <a:pt x="400519" y="4139057"/>
                      </a:lnTo>
                      <a:lnTo>
                        <a:pt x="400519" y="0"/>
                      </a:lnTo>
                      <a:close/>
                    </a:path>
                  </a:pathLst>
                </a:custGeom>
                <a:solidFill>
                  <a:srgbClr val="7E7E7E"/>
                </a:solidFill>
              </p:spPr>
              <p:txBody>
                <a:bodyPr wrap="square" lIns="0" tIns="0" rIns="0" bIns="0" rtlCol="0"/>
                <a:lstStyle/>
                <a:p>
                  <a:endParaRPr sz="1950"/>
                </a:p>
              </p:txBody>
            </p:sp>
            <p:sp>
              <p:nvSpPr>
                <p:cNvPr id="87" name="object 87"/>
                <p:cNvSpPr txBox="1"/>
                <p:nvPr/>
              </p:nvSpPr>
              <p:spPr>
                <a:xfrm>
                  <a:off x="5797900" y="1474554"/>
                  <a:ext cx="222177" cy="4051829"/>
                </a:xfrm>
                <a:prstGeom prst="rect">
                  <a:avLst/>
                </a:prstGeom>
              </p:spPr>
              <p:txBody>
                <a:bodyPr vert="vert270" wrap="square" lIns="0" tIns="0" rIns="0" bIns="0" rtlCol="0">
                  <a:spAutoFit/>
                </a:bodyPr>
                <a:lstStyle/>
                <a:p>
                  <a:pPr marL="13758">
                    <a:lnSpc>
                      <a:spcPts val="1748"/>
                    </a:lnSpc>
                  </a:pPr>
                  <a:r>
                    <a:rPr sz="1300" b="1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Labs,</a:t>
                  </a:r>
                  <a:r>
                    <a:rPr sz="1300" b="1" spc="-27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</a:t>
                  </a:r>
                  <a:r>
                    <a:rPr sz="1300" b="1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Experience</a:t>
                  </a:r>
                  <a:r>
                    <a:rPr sz="1300" b="1" spc="-38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</a:t>
                  </a:r>
                  <a:r>
                    <a:rPr sz="1300" b="1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Centers</a:t>
                  </a:r>
                  <a:r>
                    <a:rPr sz="1300" b="1" spc="221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</a:t>
                  </a:r>
                  <a:r>
                    <a:rPr sz="1300" b="1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and</a:t>
                  </a:r>
                  <a:r>
                    <a:rPr sz="1300" b="1" spc="-27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</a:t>
                  </a:r>
                  <a:r>
                    <a:rPr sz="1300" b="1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Design Studios</a:t>
                  </a:r>
                  <a:r>
                    <a:rPr sz="1300" b="1" spc="-32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</a:t>
                  </a:r>
                  <a:r>
                    <a:rPr sz="1300" b="1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in</a:t>
                  </a:r>
                  <a:r>
                    <a:rPr sz="1300" b="1" spc="5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</a:t>
                  </a:r>
                  <a:r>
                    <a:rPr sz="1733" b="1" spc="-11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Chennai</a:t>
                  </a:r>
                  <a:endParaRPr sz="1733">
                    <a:latin typeface="Calibri"/>
                    <a:cs typeface="Calibri"/>
                  </a:endParaRPr>
                </a:p>
              </p:txBody>
            </p:sp>
            <p:grpSp>
              <p:nvGrpSpPr>
                <p:cNvPr id="88" name="object 88"/>
                <p:cNvGrpSpPr/>
                <p:nvPr/>
              </p:nvGrpSpPr>
              <p:grpSpPr>
                <a:xfrm>
                  <a:off x="6335919" y="1284007"/>
                  <a:ext cx="294428" cy="308875"/>
                  <a:chOff x="5848540" y="591756"/>
                  <a:chExt cx="271780" cy="285115"/>
                </a:xfrm>
              </p:grpSpPr>
              <p:sp>
                <p:nvSpPr>
                  <p:cNvPr id="89" name="object 89"/>
                  <p:cNvSpPr/>
                  <p:nvPr/>
                </p:nvSpPr>
                <p:spPr>
                  <a:xfrm>
                    <a:off x="5853303" y="596519"/>
                    <a:ext cx="262255" cy="16827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2254" h="168275">
                        <a:moveTo>
                          <a:pt x="176657" y="141731"/>
                        </a:moveTo>
                        <a:lnTo>
                          <a:pt x="174087" y="157003"/>
                        </a:lnTo>
                        <a:lnTo>
                          <a:pt x="172767" y="164845"/>
                        </a:lnTo>
                        <a:lnTo>
                          <a:pt x="172281" y="167735"/>
                        </a:lnTo>
                        <a:lnTo>
                          <a:pt x="172212" y="168147"/>
                        </a:lnTo>
                        <a:lnTo>
                          <a:pt x="194091" y="168147"/>
                        </a:lnTo>
                        <a:lnTo>
                          <a:pt x="205327" y="168147"/>
                        </a:lnTo>
                        <a:lnTo>
                          <a:pt x="209466" y="168147"/>
                        </a:lnTo>
                        <a:lnTo>
                          <a:pt x="210058" y="168147"/>
                        </a:lnTo>
                        <a:lnTo>
                          <a:pt x="220384" y="167197"/>
                        </a:lnTo>
                        <a:lnTo>
                          <a:pt x="229997" y="164353"/>
                        </a:lnTo>
                        <a:lnTo>
                          <a:pt x="258317" y="136413"/>
                        </a:lnTo>
                        <a:lnTo>
                          <a:pt x="262127" y="116458"/>
                        </a:lnTo>
                        <a:lnTo>
                          <a:pt x="261175" y="106225"/>
                        </a:lnTo>
                        <a:lnTo>
                          <a:pt x="233203" y="70246"/>
                        </a:lnTo>
                        <a:lnTo>
                          <a:pt x="217424" y="65277"/>
                        </a:lnTo>
                        <a:lnTo>
                          <a:pt x="218567" y="62483"/>
                        </a:lnTo>
                        <a:lnTo>
                          <a:pt x="218567" y="59689"/>
                        </a:lnTo>
                        <a:lnTo>
                          <a:pt x="218567" y="56895"/>
                        </a:lnTo>
                        <a:lnTo>
                          <a:pt x="218567" y="47878"/>
                        </a:lnTo>
                        <a:lnTo>
                          <a:pt x="215773" y="40512"/>
                        </a:lnTo>
                        <a:lnTo>
                          <a:pt x="209550" y="34289"/>
                        </a:lnTo>
                        <a:lnTo>
                          <a:pt x="203326" y="28193"/>
                        </a:lnTo>
                        <a:lnTo>
                          <a:pt x="195961" y="25400"/>
                        </a:lnTo>
                        <a:lnTo>
                          <a:pt x="187451" y="25400"/>
                        </a:lnTo>
                        <a:lnTo>
                          <a:pt x="180086" y="25400"/>
                        </a:lnTo>
                        <a:lnTo>
                          <a:pt x="173355" y="27558"/>
                        </a:lnTo>
                        <a:lnTo>
                          <a:pt x="167639" y="32130"/>
                        </a:lnTo>
                        <a:lnTo>
                          <a:pt x="165354" y="27050"/>
                        </a:lnTo>
                        <a:lnTo>
                          <a:pt x="125350" y="1156"/>
                        </a:lnTo>
                        <a:lnTo>
                          <a:pt x="112649" y="0"/>
                        </a:lnTo>
                        <a:lnTo>
                          <a:pt x="100020" y="1156"/>
                        </a:lnTo>
                        <a:lnTo>
                          <a:pt x="60144" y="27729"/>
                        </a:lnTo>
                        <a:lnTo>
                          <a:pt x="49911" y="62483"/>
                        </a:lnTo>
                        <a:lnTo>
                          <a:pt x="49911" y="63626"/>
                        </a:lnTo>
                        <a:lnTo>
                          <a:pt x="49911" y="64134"/>
                        </a:lnTo>
                        <a:lnTo>
                          <a:pt x="49911" y="64769"/>
                        </a:lnTo>
                        <a:lnTo>
                          <a:pt x="40120" y="66006"/>
                        </a:lnTo>
                        <a:lnTo>
                          <a:pt x="31114" y="68945"/>
                        </a:lnTo>
                        <a:lnTo>
                          <a:pt x="3825" y="96694"/>
                        </a:lnTo>
                        <a:lnTo>
                          <a:pt x="0" y="116458"/>
                        </a:lnTo>
                        <a:lnTo>
                          <a:pt x="954" y="126906"/>
                        </a:lnTo>
                        <a:lnTo>
                          <a:pt x="22961" y="159629"/>
                        </a:lnTo>
                        <a:lnTo>
                          <a:pt x="51054" y="168147"/>
                        </a:lnTo>
                        <a:lnTo>
                          <a:pt x="52070" y="168147"/>
                        </a:lnTo>
                        <a:lnTo>
                          <a:pt x="52705" y="168147"/>
                        </a:lnTo>
                        <a:lnTo>
                          <a:pt x="53212" y="168147"/>
                        </a:lnTo>
                        <a:lnTo>
                          <a:pt x="53848" y="168147"/>
                        </a:lnTo>
                        <a:lnTo>
                          <a:pt x="77088" y="168147"/>
                        </a:lnTo>
                        <a:lnTo>
                          <a:pt x="79658" y="152876"/>
                        </a:lnTo>
                        <a:lnTo>
                          <a:pt x="80978" y="145033"/>
                        </a:lnTo>
                        <a:lnTo>
                          <a:pt x="81464" y="142144"/>
                        </a:lnTo>
                        <a:lnTo>
                          <a:pt x="81534" y="141731"/>
                        </a:lnTo>
                      </a:path>
                    </a:pathLst>
                  </a:custGeom>
                  <a:ln w="9525">
                    <a:solidFill>
                      <a:srgbClr val="A6A6A6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 sz="1950"/>
                  </a:p>
                </p:txBody>
              </p:sp>
              <p:pic>
                <p:nvPicPr>
                  <p:cNvPr id="90" name="object 90"/>
                  <p:cNvPicPr/>
                  <p:nvPr/>
                </p:nvPicPr>
                <p:blipFill>
                  <a:blip r:embed="rId3" cstate="print"/>
                  <a:stretch>
                    <a:fillRect/>
                  </a:stretch>
                </p:blipFill>
                <p:spPr>
                  <a:xfrm>
                    <a:off x="5859843" y="657034"/>
                    <a:ext cx="218567" cy="219328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91" name="object 91"/>
                <p:cNvGrpSpPr/>
                <p:nvPr/>
              </p:nvGrpSpPr>
              <p:grpSpPr>
                <a:xfrm>
                  <a:off x="6391984" y="3102928"/>
                  <a:ext cx="280669" cy="290989"/>
                  <a:chOff x="5900292" y="2270760"/>
                  <a:chExt cx="259079" cy="268605"/>
                </a:xfrm>
              </p:grpSpPr>
              <p:sp>
                <p:nvSpPr>
                  <p:cNvPr id="92" name="object 92"/>
                  <p:cNvSpPr/>
                  <p:nvPr/>
                </p:nvSpPr>
                <p:spPr>
                  <a:xfrm>
                    <a:off x="5955283" y="2273427"/>
                    <a:ext cx="72390" cy="26289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72389" h="262889">
                        <a:moveTo>
                          <a:pt x="5333" y="225933"/>
                        </a:moveTo>
                        <a:lnTo>
                          <a:pt x="2666" y="225933"/>
                        </a:lnTo>
                        <a:lnTo>
                          <a:pt x="0" y="228600"/>
                        </a:lnTo>
                        <a:lnTo>
                          <a:pt x="0" y="231140"/>
                        </a:lnTo>
                        <a:lnTo>
                          <a:pt x="1543" y="235682"/>
                        </a:lnTo>
                        <a:lnTo>
                          <a:pt x="6350" y="243665"/>
                        </a:lnTo>
                        <a:lnTo>
                          <a:pt x="14680" y="252624"/>
                        </a:lnTo>
                        <a:lnTo>
                          <a:pt x="26796" y="260096"/>
                        </a:lnTo>
                        <a:lnTo>
                          <a:pt x="29463" y="262763"/>
                        </a:lnTo>
                        <a:lnTo>
                          <a:pt x="40131" y="262763"/>
                        </a:lnTo>
                        <a:lnTo>
                          <a:pt x="46666" y="262264"/>
                        </a:lnTo>
                        <a:lnTo>
                          <a:pt x="53927" y="260778"/>
                        </a:lnTo>
                        <a:lnTo>
                          <a:pt x="61688" y="258316"/>
                        </a:lnTo>
                        <a:lnTo>
                          <a:pt x="69723" y="254889"/>
                        </a:lnTo>
                        <a:lnTo>
                          <a:pt x="69899" y="254712"/>
                        </a:lnTo>
                        <a:lnTo>
                          <a:pt x="36401" y="254712"/>
                        </a:lnTo>
                        <a:lnTo>
                          <a:pt x="29463" y="252222"/>
                        </a:lnTo>
                        <a:lnTo>
                          <a:pt x="19305" y="246731"/>
                        </a:lnTo>
                        <a:lnTo>
                          <a:pt x="12684" y="239728"/>
                        </a:lnTo>
                        <a:lnTo>
                          <a:pt x="9086" y="233701"/>
                        </a:lnTo>
                        <a:lnTo>
                          <a:pt x="8000" y="231140"/>
                        </a:lnTo>
                        <a:lnTo>
                          <a:pt x="8000" y="228600"/>
                        </a:lnTo>
                        <a:lnTo>
                          <a:pt x="5333" y="225933"/>
                        </a:lnTo>
                        <a:close/>
                      </a:path>
                      <a:path w="72389" h="262889">
                        <a:moveTo>
                          <a:pt x="63157" y="7874"/>
                        </a:moveTo>
                        <a:lnTo>
                          <a:pt x="42925" y="7874"/>
                        </a:lnTo>
                        <a:lnTo>
                          <a:pt x="50760" y="9269"/>
                        </a:lnTo>
                        <a:lnTo>
                          <a:pt x="57594" y="13128"/>
                        </a:lnTo>
                        <a:lnTo>
                          <a:pt x="62428" y="18964"/>
                        </a:lnTo>
                        <a:lnTo>
                          <a:pt x="64262" y="26289"/>
                        </a:lnTo>
                        <a:lnTo>
                          <a:pt x="64262" y="247015"/>
                        </a:lnTo>
                        <a:lnTo>
                          <a:pt x="54324" y="251882"/>
                        </a:lnTo>
                        <a:lnTo>
                          <a:pt x="44862" y="254523"/>
                        </a:lnTo>
                        <a:lnTo>
                          <a:pt x="36401" y="254712"/>
                        </a:lnTo>
                        <a:lnTo>
                          <a:pt x="69899" y="254712"/>
                        </a:lnTo>
                        <a:lnTo>
                          <a:pt x="72389" y="252222"/>
                        </a:lnTo>
                        <a:lnTo>
                          <a:pt x="72389" y="26289"/>
                        </a:lnTo>
                        <a:lnTo>
                          <a:pt x="70036" y="16609"/>
                        </a:lnTo>
                        <a:lnTo>
                          <a:pt x="63658" y="8191"/>
                        </a:lnTo>
                        <a:lnTo>
                          <a:pt x="63157" y="7874"/>
                        </a:lnTo>
                        <a:close/>
                      </a:path>
                      <a:path w="72389" h="262889">
                        <a:moveTo>
                          <a:pt x="42925" y="0"/>
                        </a:moveTo>
                        <a:lnTo>
                          <a:pt x="31914" y="2250"/>
                        </a:lnTo>
                        <a:lnTo>
                          <a:pt x="23415" y="8191"/>
                        </a:lnTo>
                        <a:lnTo>
                          <a:pt x="17940" y="16609"/>
                        </a:lnTo>
                        <a:lnTo>
                          <a:pt x="16001" y="26289"/>
                        </a:lnTo>
                        <a:lnTo>
                          <a:pt x="16001" y="36703"/>
                        </a:lnTo>
                        <a:lnTo>
                          <a:pt x="18795" y="39370"/>
                        </a:lnTo>
                        <a:lnTo>
                          <a:pt x="21462" y="36703"/>
                        </a:lnTo>
                        <a:lnTo>
                          <a:pt x="24129" y="36703"/>
                        </a:lnTo>
                        <a:lnTo>
                          <a:pt x="24129" y="26289"/>
                        </a:lnTo>
                        <a:lnTo>
                          <a:pt x="25548" y="18964"/>
                        </a:lnTo>
                        <a:lnTo>
                          <a:pt x="29479" y="13128"/>
                        </a:lnTo>
                        <a:lnTo>
                          <a:pt x="35434" y="9269"/>
                        </a:lnTo>
                        <a:lnTo>
                          <a:pt x="42925" y="7874"/>
                        </a:lnTo>
                        <a:lnTo>
                          <a:pt x="63157" y="7874"/>
                        </a:lnTo>
                        <a:lnTo>
                          <a:pt x="54280" y="2250"/>
                        </a:lnTo>
                        <a:lnTo>
                          <a:pt x="42925" y="0"/>
                        </a:lnTo>
                        <a:close/>
                      </a:path>
                    </a:pathLst>
                  </a:custGeom>
                  <a:solidFill>
                    <a:srgbClr val="A6A6A6"/>
                  </a:solidFill>
                </p:spPr>
                <p:txBody>
                  <a:bodyPr wrap="square" lIns="0" tIns="0" rIns="0" bIns="0" rtlCol="0"/>
                  <a:lstStyle/>
                  <a:p>
                    <a:endParaRPr sz="1950"/>
                  </a:p>
                </p:txBody>
              </p:sp>
              <p:pic>
                <p:nvPicPr>
                  <p:cNvPr id="93" name="object 93"/>
                  <p:cNvPicPr/>
                  <p:nvPr/>
                </p:nvPicPr>
                <p:blipFill>
                  <a:blip r:embed="rId4" cstate="print"/>
                  <a:stretch>
                    <a:fillRect/>
                  </a:stretch>
                </p:blipFill>
                <p:spPr>
                  <a:xfrm>
                    <a:off x="5900292" y="2294890"/>
                    <a:ext cx="127381" cy="230505"/>
                  </a:xfrm>
                  <a:prstGeom prst="rect">
                    <a:avLst/>
                  </a:prstGeom>
                </p:spPr>
              </p:pic>
              <p:sp>
                <p:nvSpPr>
                  <p:cNvPr id="94" name="object 94"/>
                  <p:cNvSpPr/>
                  <p:nvPr/>
                </p:nvSpPr>
                <p:spPr>
                  <a:xfrm>
                    <a:off x="6025007" y="2270759"/>
                    <a:ext cx="133985" cy="2686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33985" h="268605">
                        <a:moveTo>
                          <a:pt x="65659" y="133985"/>
                        </a:moveTo>
                        <a:lnTo>
                          <a:pt x="61468" y="111175"/>
                        </a:lnTo>
                        <a:lnTo>
                          <a:pt x="49911" y="91300"/>
                        </a:lnTo>
                        <a:lnTo>
                          <a:pt x="32435" y="76365"/>
                        </a:lnTo>
                        <a:lnTo>
                          <a:pt x="10541" y="68326"/>
                        </a:lnTo>
                        <a:lnTo>
                          <a:pt x="8001" y="68326"/>
                        </a:lnTo>
                        <a:lnTo>
                          <a:pt x="5334" y="70993"/>
                        </a:lnTo>
                        <a:lnTo>
                          <a:pt x="5334" y="73533"/>
                        </a:lnTo>
                        <a:lnTo>
                          <a:pt x="8001" y="76200"/>
                        </a:lnTo>
                        <a:lnTo>
                          <a:pt x="27940" y="83375"/>
                        </a:lnTo>
                        <a:lnTo>
                          <a:pt x="43700" y="96240"/>
                        </a:lnTo>
                        <a:lnTo>
                          <a:pt x="54051" y="113538"/>
                        </a:lnTo>
                        <a:lnTo>
                          <a:pt x="57785" y="133985"/>
                        </a:lnTo>
                        <a:lnTo>
                          <a:pt x="54089" y="153377"/>
                        </a:lnTo>
                        <a:lnTo>
                          <a:pt x="44018" y="170789"/>
                        </a:lnTo>
                        <a:lnTo>
                          <a:pt x="29006" y="184251"/>
                        </a:lnTo>
                        <a:lnTo>
                          <a:pt x="10541" y="191770"/>
                        </a:lnTo>
                        <a:lnTo>
                          <a:pt x="8001" y="191770"/>
                        </a:lnTo>
                        <a:lnTo>
                          <a:pt x="5334" y="194437"/>
                        </a:lnTo>
                        <a:lnTo>
                          <a:pt x="8001" y="194437"/>
                        </a:lnTo>
                        <a:lnTo>
                          <a:pt x="8001" y="199771"/>
                        </a:lnTo>
                        <a:lnTo>
                          <a:pt x="10541" y="199771"/>
                        </a:lnTo>
                        <a:lnTo>
                          <a:pt x="32435" y="190563"/>
                        </a:lnTo>
                        <a:lnTo>
                          <a:pt x="49911" y="175742"/>
                        </a:lnTo>
                        <a:lnTo>
                          <a:pt x="61468" y="156489"/>
                        </a:lnTo>
                        <a:lnTo>
                          <a:pt x="65659" y="133985"/>
                        </a:lnTo>
                        <a:close/>
                      </a:path>
                      <a:path w="133985" h="268605">
                        <a:moveTo>
                          <a:pt x="133985" y="115570"/>
                        </a:moveTo>
                        <a:lnTo>
                          <a:pt x="131445" y="113030"/>
                        </a:lnTo>
                        <a:lnTo>
                          <a:pt x="128778" y="113030"/>
                        </a:lnTo>
                        <a:lnTo>
                          <a:pt x="97282" y="110363"/>
                        </a:lnTo>
                        <a:lnTo>
                          <a:pt x="95237" y="102463"/>
                        </a:lnTo>
                        <a:lnTo>
                          <a:pt x="92964" y="94576"/>
                        </a:lnTo>
                        <a:lnTo>
                          <a:pt x="90208" y="86702"/>
                        </a:lnTo>
                        <a:lnTo>
                          <a:pt x="86741" y="78867"/>
                        </a:lnTo>
                        <a:lnTo>
                          <a:pt x="105156" y="55118"/>
                        </a:lnTo>
                        <a:lnTo>
                          <a:pt x="107696" y="55118"/>
                        </a:lnTo>
                        <a:lnTo>
                          <a:pt x="107696" y="52578"/>
                        </a:lnTo>
                        <a:lnTo>
                          <a:pt x="105156" y="49911"/>
                        </a:lnTo>
                        <a:lnTo>
                          <a:pt x="89319" y="34163"/>
                        </a:lnTo>
                        <a:lnTo>
                          <a:pt x="81407" y="26289"/>
                        </a:lnTo>
                        <a:lnTo>
                          <a:pt x="78867" y="23622"/>
                        </a:lnTo>
                        <a:lnTo>
                          <a:pt x="76200" y="26289"/>
                        </a:lnTo>
                        <a:lnTo>
                          <a:pt x="52578" y="44577"/>
                        </a:lnTo>
                        <a:lnTo>
                          <a:pt x="46164" y="40716"/>
                        </a:lnTo>
                        <a:lnTo>
                          <a:pt x="38760" y="37084"/>
                        </a:lnTo>
                        <a:lnTo>
                          <a:pt x="30353" y="33934"/>
                        </a:lnTo>
                        <a:lnTo>
                          <a:pt x="20955" y="31496"/>
                        </a:lnTo>
                        <a:lnTo>
                          <a:pt x="18415" y="2540"/>
                        </a:lnTo>
                        <a:lnTo>
                          <a:pt x="18415" y="0"/>
                        </a:lnTo>
                        <a:lnTo>
                          <a:pt x="0" y="0"/>
                        </a:lnTo>
                        <a:lnTo>
                          <a:pt x="0" y="5207"/>
                        </a:lnTo>
                        <a:lnTo>
                          <a:pt x="2540" y="7874"/>
                        </a:lnTo>
                        <a:lnTo>
                          <a:pt x="10414" y="7874"/>
                        </a:lnTo>
                        <a:lnTo>
                          <a:pt x="13055" y="33934"/>
                        </a:lnTo>
                        <a:lnTo>
                          <a:pt x="13081" y="36703"/>
                        </a:lnTo>
                        <a:lnTo>
                          <a:pt x="15748" y="39370"/>
                        </a:lnTo>
                        <a:lnTo>
                          <a:pt x="18415" y="39370"/>
                        </a:lnTo>
                        <a:lnTo>
                          <a:pt x="26619" y="41859"/>
                        </a:lnTo>
                        <a:lnTo>
                          <a:pt x="35115" y="45300"/>
                        </a:lnTo>
                        <a:lnTo>
                          <a:pt x="43129" y="49720"/>
                        </a:lnTo>
                        <a:lnTo>
                          <a:pt x="49911" y="55118"/>
                        </a:lnTo>
                        <a:lnTo>
                          <a:pt x="55118" y="55118"/>
                        </a:lnTo>
                        <a:lnTo>
                          <a:pt x="55118" y="52578"/>
                        </a:lnTo>
                        <a:lnTo>
                          <a:pt x="65430" y="44577"/>
                        </a:lnTo>
                        <a:lnTo>
                          <a:pt x="78867" y="34163"/>
                        </a:lnTo>
                        <a:lnTo>
                          <a:pt x="97282" y="52578"/>
                        </a:lnTo>
                        <a:lnTo>
                          <a:pt x="78867" y="76200"/>
                        </a:lnTo>
                        <a:lnTo>
                          <a:pt x="76200" y="78867"/>
                        </a:lnTo>
                        <a:lnTo>
                          <a:pt x="76200" y="81407"/>
                        </a:lnTo>
                        <a:lnTo>
                          <a:pt x="78867" y="81407"/>
                        </a:lnTo>
                        <a:lnTo>
                          <a:pt x="82727" y="89357"/>
                        </a:lnTo>
                        <a:lnTo>
                          <a:pt x="86360" y="97548"/>
                        </a:lnTo>
                        <a:lnTo>
                          <a:pt x="89509" y="106197"/>
                        </a:lnTo>
                        <a:lnTo>
                          <a:pt x="91948" y="115570"/>
                        </a:lnTo>
                        <a:lnTo>
                          <a:pt x="91948" y="118287"/>
                        </a:lnTo>
                        <a:lnTo>
                          <a:pt x="95097" y="118287"/>
                        </a:lnTo>
                        <a:lnTo>
                          <a:pt x="126111" y="120904"/>
                        </a:lnTo>
                        <a:lnTo>
                          <a:pt x="126111" y="147243"/>
                        </a:lnTo>
                        <a:lnTo>
                          <a:pt x="125615" y="147243"/>
                        </a:lnTo>
                        <a:lnTo>
                          <a:pt x="94615" y="149733"/>
                        </a:lnTo>
                        <a:lnTo>
                          <a:pt x="91948" y="149733"/>
                        </a:lnTo>
                        <a:lnTo>
                          <a:pt x="91948" y="152400"/>
                        </a:lnTo>
                        <a:lnTo>
                          <a:pt x="89509" y="161836"/>
                        </a:lnTo>
                        <a:lnTo>
                          <a:pt x="86360" y="170484"/>
                        </a:lnTo>
                        <a:lnTo>
                          <a:pt x="82727" y="178638"/>
                        </a:lnTo>
                        <a:lnTo>
                          <a:pt x="78867" y="186563"/>
                        </a:lnTo>
                        <a:lnTo>
                          <a:pt x="76200" y="186563"/>
                        </a:lnTo>
                        <a:lnTo>
                          <a:pt x="76200" y="189230"/>
                        </a:lnTo>
                        <a:lnTo>
                          <a:pt x="78867" y="191897"/>
                        </a:lnTo>
                        <a:lnTo>
                          <a:pt x="97282" y="215519"/>
                        </a:lnTo>
                        <a:lnTo>
                          <a:pt x="78867" y="233934"/>
                        </a:lnTo>
                        <a:lnTo>
                          <a:pt x="66992" y="223393"/>
                        </a:lnTo>
                        <a:lnTo>
                          <a:pt x="55118" y="212852"/>
                        </a:lnTo>
                        <a:lnTo>
                          <a:pt x="49911" y="212852"/>
                        </a:lnTo>
                        <a:lnTo>
                          <a:pt x="43129" y="218287"/>
                        </a:lnTo>
                        <a:lnTo>
                          <a:pt x="35115" y="222732"/>
                        </a:lnTo>
                        <a:lnTo>
                          <a:pt x="26619" y="226187"/>
                        </a:lnTo>
                        <a:lnTo>
                          <a:pt x="18415" y="228600"/>
                        </a:lnTo>
                        <a:lnTo>
                          <a:pt x="15748" y="228600"/>
                        </a:lnTo>
                        <a:lnTo>
                          <a:pt x="13081" y="231267"/>
                        </a:lnTo>
                        <a:lnTo>
                          <a:pt x="10414" y="260223"/>
                        </a:lnTo>
                        <a:lnTo>
                          <a:pt x="2540" y="260223"/>
                        </a:lnTo>
                        <a:lnTo>
                          <a:pt x="0" y="262890"/>
                        </a:lnTo>
                        <a:lnTo>
                          <a:pt x="0" y="268097"/>
                        </a:lnTo>
                        <a:lnTo>
                          <a:pt x="18415" y="268097"/>
                        </a:lnTo>
                        <a:lnTo>
                          <a:pt x="18453" y="264985"/>
                        </a:lnTo>
                        <a:lnTo>
                          <a:pt x="20955" y="236601"/>
                        </a:lnTo>
                        <a:lnTo>
                          <a:pt x="30353" y="234149"/>
                        </a:lnTo>
                        <a:lnTo>
                          <a:pt x="38760" y="230949"/>
                        </a:lnTo>
                        <a:lnTo>
                          <a:pt x="46164" y="227279"/>
                        </a:lnTo>
                        <a:lnTo>
                          <a:pt x="52578" y="223393"/>
                        </a:lnTo>
                        <a:lnTo>
                          <a:pt x="76200" y="241808"/>
                        </a:lnTo>
                        <a:lnTo>
                          <a:pt x="81407" y="241808"/>
                        </a:lnTo>
                        <a:lnTo>
                          <a:pt x="89319" y="233934"/>
                        </a:lnTo>
                        <a:lnTo>
                          <a:pt x="105054" y="218287"/>
                        </a:lnTo>
                        <a:lnTo>
                          <a:pt x="107696" y="215519"/>
                        </a:lnTo>
                        <a:lnTo>
                          <a:pt x="107696" y="212852"/>
                        </a:lnTo>
                        <a:lnTo>
                          <a:pt x="105156" y="212852"/>
                        </a:lnTo>
                        <a:lnTo>
                          <a:pt x="86741" y="186563"/>
                        </a:lnTo>
                        <a:lnTo>
                          <a:pt x="90208" y="180213"/>
                        </a:lnTo>
                        <a:lnTo>
                          <a:pt x="92964" y="173101"/>
                        </a:lnTo>
                        <a:lnTo>
                          <a:pt x="95237" y="165531"/>
                        </a:lnTo>
                        <a:lnTo>
                          <a:pt x="97282" y="157734"/>
                        </a:lnTo>
                        <a:lnTo>
                          <a:pt x="128778" y="155067"/>
                        </a:lnTo>
                        <a:lnTo>
                          <a:pt x="131445" y="155067"/>
                        </a:lnTo>
                        <a:lnTo>
                          <a:pt x="133985" y="152400"/>
                        </a:lnTo>
                        <a:lnTo>
                          <a:pt x="133985" y="115570"/>
                        </a:lnTo>
                        <a:close/>
                      </a:path>
                    </a:pathLst>
                  </a:custGeom>
                  <a:solidFill>
                    <a:srgbClr val="A6A6A6"/>
                  </a:solidFill>
                </p:spPr>
                <p:txBody>
                  <a:bodyPr wrap="square" lIns="0" tIns="0" rIns="0" bIns="0" rtlCol="0"/>
                  <a:lstStyle/>
                  <a:p>
                    <a:endParaRPr sz="1950"/>
                  </a:p>
                </p:txBody>
              </p:sp>
            </p:grpSp>
            <p:grpSp>
              <p:nvGrpSpPr>
                <p:cNvPr id="95" name="object 95"/>
                <p:cNvGrpSpPr/>
                <p:nvPr/>
              </p:nvGrpSpPr>
              <p:grpSpPr>
                <a:xfrm>
                  <a:off x="6390127" y="3541405"/>
                  <a:ext cx="292365" cy="322633"/>
                  <a:chOff x="5898578" y="2675508"/>
                  <a:chExt cx="269875" cy="297815"/>
                </a:xfrm>
              </p:grpSpPr>
              <p:sp>
                <p:nvSpPr>
                  <p:cNvPr id="96" name="object 96"/>
                  <p:cNvSpPr/>
                  <p:nvPr/>
                </p:nvSpPr>
                <p:spPr>
                  <a:xfrm>
                    <a:off x="5974587" y="2748279"/>
                    <a:ext cx="118110" cy="119380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18110" h="119380">
                        <a:moveTo>
                          <a:pt x="38608" y="31114"/>
                        </a:moveTo>
                        <a:lnTo>
                          <a:pt x="43687" y="26924"/>
                        </a:lnTo>
                        <a:lnTo>
                          <a:pt x="50926" y="24764"/>
                        </a:lnTo>
                        <a:lnTo>
                          <a:pt x="58038" y="24764"/>
                        </a:lnTo>
                        <a:lnTo>
                          <a:pt x="71747" y="27499"/>
                        </a:lnTo>
                        <a:lnTo>
                          <a:pt x="82835" y="34925"/>
                        </a:lnTo>
                        <a:lnTo>
                          <a:pt x="90257" y="45874"/>
                        </a:lnTo>
                        <a:lnTo>
                          <a:pt x="92963" y="59181"/>
                        </a:lnTo>
                        <a:lnTo>
                          <a:pt x="90257" y="73056"/>
                        </a:lnTo>
                        <a:lnTo>
                          <a:pt x="82835" y="84264"/>
                        </a:lnTo>
                        <a:lnTo>
                          <a:pt x="71747" y="91757"/>
                        </a:lnTo>
                        <a:lnTo>
                          <a:pt x="58038" y="94487"/>
                        </a:lnTo>
                        <a:lnTo>
                          <a:pt x="44404" y="91757"/>
                        </a:lnTo>
                        <a:lnTo>
                          <a:pt x="33353" y="84264"/>
                        </a:lnTo>
                        <a:lnTo>
                          <a:pt x="25945" y="73056"/>
                        </a:lnTo>
                        <a:lnTo>
                          <a:pt x="23240" y="59181"/>
                        </a:lnTo>
                        <a:lnTo>
                          <a:pt x="23240" y="51815"/>
                        </a:lnTo>
                        <a:lnTo>
                          <a:pt x="25273" y="45593"/>
                        </a:lnTo>
                        <a:lnTo>
                          <a:pt x="29337" y="40386"/>
                        </a:lnTo>
                      </a:path>
                      <a:path w="118110" h="119380">
                        <a:moveTo>
                          <a:pt x="117728" y="68452"/>
                        </a:moveTo>
                        <a:lnTo>
                          <a:pt x="117728" y="50800"/>
                        </a:lnTo>
                        <a:lnTo>
                          <a:pt x="105283" y="48768"/>
                        </a:lnTo>
                        <a:lnTo>
                          <a:pt x="104266" y="43561"/>
                        </a:lnTo>
                        <a:lnTo>
                          <a:pt x="102235" y="38353"/>
                        </a:lnTo>
                        <a:lnTo>
                          <a:pt x="99187" y="34289"/>
                        </a:lnTo>
                        <a:lnTo>
                          <a:pt x="106425" y="23875"/>
                        </a:lnTo>
                        <a:lnTo>
                          <a:pt x="93979" y="11430"/>
                        </a:lnTo>
                        <a:lnTo>
                          <a:pt x="83692" y="18668"/>
                        </a:lnTo>
                        <a:lnTo>
                          <a:pt x="79501" y="15620"/>
                        </a:lnTo>
                        <a:lnTo>
                          <a:pt x="74295" y="13462"/>
                        </a:lnTo>
                        <a:lnTo>
                          <a:pt x="69214" y="12445"/>
                        </a:lnTo>
                        <a:lnTo>
                          <a:pt x="67056" y="0"/>
                        </a:lnTo>
                        <a:lnTo>
                          <a:pt x="50546" y="0"/>
                        </a:lnTo>
                        <a:lnTo>
                          <a:pt x="48513" y="12445"/>
                        </a:lnTo>
                        <a:lnTo>
                          <a:pt x="42290" y="13462"/>
                        </a:lnTo>
                        <a:lnTo>
                          <a:pt x="38226" y="16637"/>
                        </a:lnTo>
                        <a:lnTo>
                          <a:pt x="33020" y="18668"/>
                        </a:lnTo>
                        <a:lnTo>
                          <a:pt x="22733" y="11430"/>
                        </a:lnTo>
                        <a:lnTo>
                          <a:pt x="11302" y="23875"/>
                        </a:lnTo>
                        <a:lnTo>
                          <a:pt x="18541" y="34289"/>
                        </a:lnTo>
                        <a:lnTo>
                          <a:pt x="15494" y="38353"/>
                        </a:lnTo>
                        <a:lnTo>
                          <a:pt x="13462" y="43561"/>
                        </a:lnTo>
                        <a:lnTo>
                          <a:pt x="12319" y="48768"/>
                        </a:lnTo>
                        <a:lnTo>
                          <a:pt x="0" y="50800"/>
                        </a:lnTo>
                        <a:lnTo>
                          <a:pt x="0" y="68452"/>
                        </a:lnTo>
                        <a:lnTo>
                          <a:pt x="12319" y="70612"/>
                        </a:lnTo>
                        <a:lnTo>
                          <a:pt x="13462" y="75818"/>
                        </a:lnTo>
                        <a:lnTo>
                          <a:pt x="15494" y="80899"/>
                        </a:lnTo>
                        <a:lnTo>
                          <a:pt x="18541" y="85089"/>
                        </a:lnTo>
                        <a:lnTo>
                          <a:pt x="11302" y="95503"/>
                        </a:lnTo>
                        <a:lnTo>
                          <a:pt x="22733" y="107950"/>
                        </a:lnTo>
                        <a:lnTo>
                          <a:pt x="33020" y="100711"/>
                        </a:lnTo>
                        <a:lnTo>
                          <a:pt x="38226" y="102743"/>
                        </a:lnTo>
                        <a:lnTo>
                          <a:pt x="42290" y="104775"/>
                        </a:lnTo>
                        <a:lnTo>
                          <a:pt x="48513" y="106933"/>
                        </a:lnTo>
                        <a:lnTo>
                          <a:pt x="50546" y="119380"/>
                        </a:lnTo>
                        <a:lnTo>
                          <a:pt x="67056" y="119380"/>
                        </a:lnTo>
                        <a:lnTo>
                          <a:pt x="69214" y="106933"/>
                        </a:lnTo>
                        <a:lnTo>
                          <a:pt x="74295" y="104775"/>
                        </a:lnTo>
                        <a:lnTo>
                          <a:pt x="79501" y="102743"/>
                        </a:lnTo>
                        <a:lnTo>
                          <a:pt x="83692" y="100711"/>
                        </a:lnTo>
                        <a:lnTo>
                          <a:pt x="93979" y="107950"/>
                        </a:lnTo>
                        <a:lnTo>
                          <a:pt x="106425" y="95503"/>
                        </a:lnTo>
                        <a:lnTo>
                          <a:pt x="99187" y="85089"/>
                        </a:lnTo>
                        <a:lnTo>
                          <a:pt x="102235" y="80899"/>
                        </a:lnTo>
                        <a:lnTo>
                          <a:pt x="104266" y="75818"/>
                        </a:lnTo>
                        <a:lnTo>
                          <a:pt x="105283" y="70612"/>
                        </a:lnTo>
                        <a:lnTo>
                          <a:pt x="117728" y="68452"/>
                        </a:lnTo>
                        <a:close/>
                      </a:path>
                      <a:path w="118110" h="119380">
                        <a:moveTo>
                          <a:pt x="77470" y="43433"/>
                        </a:moveTo>
                        <a:lnTo>
                          <a:pt x="58800" y="61975"/>
                        </a:lnTo>
                        <a:lnTo>
                          <a:pt x="46482" y="51181"/>
                        </a:lnTo>
                      </a:path>
                    </a:pathLst>
                  </a:custGeom>
                  <a:ln w="9525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 sz="1950"/>
                  </a:p>
                </p:txBody>
              </p:sp>
              <p:sp>
                <p:nvSpPr>
                  <p:cNvPr id="97" name="object 97"/>
                  <p:cNvSpPr/>
                  <p:nvPr/>
                </p:nvSpPr>
                <p:spPr>
                  <a:xfrm>
                    <a:off x="5903340" y="2675508"/>
                    <a:ext cx="260350" cy="259079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60350" h="259080">
                        <a:moveTo>
                          <a:pt x="89788" y="258699"/>
                        </a:moveTo>
                        <a:lnTo>
                          <a:pt x="165735" y="258699"/>
                        </a:lnTo>
                      </a:path>
                      <a:path w="260350" h="259080">
                        <a:moveTo>
                          <a:pt x="127000" y="20066"/>
                        </a:moveTo>
                        <a:lnTo>
                          <a:pt x="127000" y="0"/>
                        </a:lnTo>
                      </a:path>
                      <a:path w="260350" h="259080">
                        <a:moveTo>
                          <a:pt x="241681" y="144018"/>
                        </a:moveTo>
                        <a:lnTo>
                          <a:pt x="260223" y="147193"/>
                        </a:lnTo>
                      </a:path>
                      <a:path w="260350" h="259080">
                        <a:moveTo>
                          <a:pt x="20066" y="144018"/>
                        </a:moveTo>
                        <a:lnTo>
                          <a:pt x="0" y="147193"/>
                        </a:lnTo>
                      </a:path>
                      <a:path w="260350" h="259080">
                        <a:moveTo>
                          <a:pt x="51054" y="209169"/>
                        </a:moveTo>
                        <a:lnTo>
                          <a:pt x="37084" y="223139"/>
                        </a:lnTo>
                      </a:path>
                      <a:path w="260350" h="259080">
                        <a:moveTo>
                          <a:pt x="207518" y="212217"/>
                        </a:moveTo>
                        <a:lnTo>
                          <a:pt x="221487" y="224663"/>
                        </a:lnTo>
                      </a:path>
                      <a:path w="260350" h="259080">
                        <a:moveTo>
                          <a:pt x="216916" y="60452"/>
                        </a:moveTo>
                        <a:lnTo>
                          <a:pt x="233934" y="44958"/>
                        </a:lnTo>
                      </a:path>
                      <a:path w="260350" h="259080">
                        <a:moveTo>
                          <a:pt x="21589" y="44958"/>
                        </a:moveTo>
                        <a:lnTo>
                          <a:pt x="37084" y="60452"/>
                        </a:lnTo>
                      </a:path>
                    </a:pathLst>
                  </a:custGeom>
                  <a:ln w="9525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 sz="1950"/>
                  </a:p>
                </p:txBody>
              </p:sp>
              <p:sp>
                <p:nvSpPr>
                  <p:cNvPr id="98" name="object 98"/>
                  <p:cNvSpPr/>
                  <p:nvPr/>
                </p:nvSpPr>
                <p:spPr>
                  <a:xfrm>
                    <a:off x="5946647" y="2723514"/>
                    <a:ext cx="168910" cy="18605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168910" h="186055">
                        <a:moveTo>
                          <a:pt x="84454" y="0"/>
                        </a:moveTo>
                        <a:lnTo>
                          <a:pt x="51702" y="6683"/>
                        </a:lnTo>
                        <a:lnTo>
                          <a:pt x="24844" y="24796"/>
                        </a:lnTo>
                        <a:lnTo>
                          <a:pt x="6677" y="51435"/>
                        </a:lnTo>
                        <a:lnTo>
                          <a:pt x="0" y="83693"/>
                        </a:lnTo>
                        <a:lnTo>
                          <a:pt x="974" y="97186"/>
                        </a:lnTo>
                        <a:lnTo>
                          <a:pt x="18541" y="135382"/>
                        </a:lnTo>
                        <a:lnTo>
                          <a:pt x="22732" y="138430"/>
                        </a:lnTo>
                        <a:lnTo>
                          <a:pt x="25780" y="141478"/>
                        </a:lnTo>
                        <a:lnTo>
                          <a:pt x="34718" y="150191"/>
                        </a:lnTo>
                        <a:lnTo>
                          <a:pt x="42608" y="159845"/>
                        </a:lnTo>
                        <a:lnTo>
                          <a:pt x="48783" y="171428"/>
                        </a:lnTo>
                        <a:lnTo>
                          <a:pt x="52577" y="185928"/>
                        </a:lnTo>
                        <a:lnTo>
                          <a:pt x="90096" y="185928"/>
                        </a:lnTo>
                        <a:lnTo>
                          <a:pt x="109362" y="185928"/>
                        </a:lnTo>
                        <a:lnTo>
                          <a:pt x="116460" y="185928"/>
                        </a:lnTo>
                        <a:lnTo>
                          <a:pt x="117475" y="185928"/>
                        </a:lnTo>
                        <a:lnTo>
                          <a:pt x="121179" y="170999"/>
                        </a:lnTo>
                        <a:lnTo>
                          <a:pt x="127206" y="159464"/>
                        </a:lnTo>
                        <a:lnTo>
                          <a:pt x="134780" y="150048"/>
                        </a:lnTo>
                        <a:lnTo>
                          <a:pt x="143128" y="141478"/>
                        </a:lnTo>
                        <a:lnTo>
                          <a:pt x="147319" y="138430"/>
                        </a:lnTo>
                        <a:lnTo>
                          <a:pt x="150367" y="135382"/>
                        </a:lnTo>
                        <a:lnTo>
                          <a:pt x="153415" y="131191"/>
                        </a:lnTo>
                        <a:lnTo>
                          <a:pt x="160658" y="121412"/>
                        </a:lnTo>
                        <a:lnTo>
                          <a:pt x="165449" y="110489"/>
                        </a:lnTo>
                        <a:lnTo>
                          <a:pt x="168096" y="98043"/>
                        </a:lnTo>
                        <a:lnTo>
                          <a:pt x="168910" y="83693"/>
                        </a:lnTo>
                        <a:lnTo>
                          <a:pt x="162375" y="51435"/>
                        </a:lnTo>
                        <a:lnTo>
                          <a:pt x="144446" y="24796"/>
                        </a:lnTo>
                        <a:lnTo>
                          <a:pt x="117635" y="6683"/>
                        </a:lnTo>
                        <a:lnTo>
                          <a:pt x="84454" y="0"/>
                        </a:lnTo>
                        <a:close/>
                      </a:path>
                    </a:pathLst>
                  </a:custGeom>
                  <a:ln w="9525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 sz="1950"/>
                  </a:p>
                </p:txBody>
              </p:sp>
              <p:sp>
                <p:nvSpPr>
                  <p:cNvPr id="99" name="object 99"/>
                  <p:cNvSpPr/>
                  <p:nvPr/>
                </p:nvSpPr>
                <p:spPr>
                  <a:xfrm>
                    <a:off x="6002400" y="2958972"/>
                    <a:ext cx="57785" cy="952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57785" h="9525">
                        <a:moveTo>
                          <a:pt x="0" y="0"/>
                        </a:moveTo>
                        <a:lnTo>
                          <a:pt x="11302" y="0"/>
                        </a:lnTo>
                        <a:lnTo>
                          <a:pt x="14350" y="3175"/>
                        </a:lnTo>
                        <a:lnTo>
                          <a:pt x="20574" y="9397"/>
                        </a:lnTo>
                        <a:lnTo>
                          <a:pt x="28701" y="9397"/>
                        </a:lnTo>
                        <a:lnTo>
                          <a:pt x="37973" y="9397"/>
                        </a:lnTo>
                        <a:lnTo>
                          <a:pt x="44069" y="3175"/>
                        </a:lnTo>
                        <a:lnTo>
                          <a:pt x="46100" y="0"/>
                        </a:lnTo>
                        <a:lnTo>
                          <a:pt x="57403" y="0"/>
                        </a:lnTo>
                      </a:path>
                    </a:pathLst>
                  </a:custGeom>
                  <a:ln w="9525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 sz="1950"/>
                  </a:p>
                </p:txBody>
              </p:sp>
            </p:grpSp>
            <p:grpSp>
              <p:nvGrpSpPr>
                <p:cNvPr id="100" name="object 100"/>
                <p:cNvGrpSpPr/>
                <p:nvPr/>
              </p:nvGrpSpPr>
              <p:grpSpPr>
                <a:xfrm>
                  <a:off x="6338258" y="4034367"/>
                  <a:ext cx="341895" cy="718185"/>
                  <a:chOff x="5850699" y="3130550"/>
                  <a:chExt cx="315595" cy="662940"/>
                </a:xfrm>
              </p:grpSpPr>
              <p:pic>
                <p:nvPicPr>
                  <p:cNvPr id="101" name="object 101"/>
                  <p:cNvPicPr/>
                  <p:nvPr/>
                </p:nvPicPr>
                <p:blipFill>
                  <a:blip r:embed="rId5" cstate="print"/>
                  <a:stretch>
                    <a:fillRect/>
                  </a:stretch>
                </p:blipFill>
                <p:spPr>
                  <a:xfrm>
                    <a:off x="5850699" y="3529266"/>
                    <a:ext cx="305562" cy="263652"/>
                  </a:xfrm>
                  <a:prstGeom prst="rect">
                    <a:avLst/>
                  </a:prstGeom>
                </p:spPr>
              </p:pic>
              <p:pic>
                <p:nvPicPr>
                  <p:cNvPr id="102" name="object 102"/>
                  <p:cNvPicPr/>
                  <p:nvPr/>
                </p:nvPicPr>
                <p:blipFill>
                  <a:blip r:embed="rId6" cstate="print"/>
                  <a:stretch>
                    <a:fillRect/>
                  </a:stretch>
                </p:blipFill>
                <p:spPr>
                  <a:xfrm>
                    <a:off x="5886830" y="3130550"/>
                    <a:ext cx="278892" cy="281305"/>
                  </a:xfrm>
                  <a:prstGeom prst="rect">
                    <a:avLst/>
                  </a:prstGeom>
                </p:spPr>
              </p:pic>
            </p:grpSp>
            <p:pic>
              <p:nvPicPr>
                <p:cNvPr id="103" name="object 103"/>
                <p:cNvPicPr/>
                <p:nvPr/>
              </p:nvPicPr>
              <p:blipFill>
                <a:blip r:embed="rId7" cstate="print"/>
                <a:stretch>
                  <a:fillRect/>
                </a:stretch>
              </p:blipFill>
              <p:spPr>
                <a:xfrm>
                  <a:off x="6309365" y="1741746"/>
                  <a:ext cx="355928" cy="353314"/>
                </a:xfrm>
                <a:prstGeom prst="rect">
                  <a:avLst/>
                </a:prstGeom>
              </p:spPr>
            </p:pic>
            <p:grpSp>
              <p:nvGrpSpPr>
                <p:cNvPr id="104" name="object 104"/>
                <p:cNvGrpSpPr/>
                <p:nvPr/>
              </p:nvGrpSpPr>
              <p:grpSpPr>
                <a:xfrm>
                  <a:off x="6305594" y="2246839"/>
                  <a:ext cx="399680" cy="715433"/>
                  <a:chOff x="5820548" y="1480524"/>
                  <a:chExt cx="368935" cy="660400"/>
                </a:xfrm>
              </p:grpSpPr>
              <p:pic>
                <p:nvPicPr>
                  <p:cNvPr id="105" name="object 105"/>
                  <p:cNvPicPr/>
                  <p:nvPr/>
                </p:nvPicPr>
                <p:blipFill>
                  <a:blip r:embed="rId8" cstate="print"/>
                  <a:stretch>
                    <a:fillRect/>
                  </a:stretch>
                </p:blipFill>
                <p:spPr>
                  <a:xfrm>
                    <a:off x="5860197" y="1826137"/>
                    <a:ext cx="271298" cy="314276"/>
                  </a:xfrm>
                  <a:prstGeom prst="rect">
                    <a:avLst/>
                  </a:prstGeom>
                </p:spPr>
              </p:pic>
              <p:pic>
                <p:nvPicPr>
                  <p:cNvPr id="106" name="object 106"/>
                  <p:cNvPicPr/>
                  <p:nvPr/>
                </p:nvPicPr>
                <p:blipFill>
                  <a:blip r:embed="rId9" cstate="print"/>
                  <a:stretch>
                    <a:fillRect/>
                  </a:stretch>
                </p:blipFill>
                <p:spPr>
                  <a:xfrm>
                    <a:off x="5820548" y="1480524"/>
                    <a:ext cx="368438" cy="217884"/>
                  </a:xfrm>
                  <a:prstGeom prst="rect">
                    <a:avLst/>
                  </a:prstGeom>
                </p:spPr>
              </p:pic>
            </p:grpSp>
            <p:grpSp>
              <p:nvGrpSpPr>
                <p:cNvPr id="107" name="object 107"/>
                <p:cNvGrpSpPr/>
                <p:nvPr/>
              </p:nvGrpSpPr>
              <p:grpSpPr>
                <a:xfrm>
                  <a:off x="6293405" y="4931795"/>
                  <a:ext cx="405871" cy="713370"/>
                  <a:chOff x="5809297" y="3958945"/>
                  <a:chExt cx="374650" cy="658495"/>
                </a:xfrm>
              </p:grpSpPr>
              <p:pic>
                <p:nvPicPr>
                  <p:cNvPr id="108" name="object 108"/>
                  <p:cNvPicPr/>
                  <p:nvPr/>
                </p:nvPicPr>
                <p:blipFill>
                  <a:blip r:embed="rId10" cstate="print"/>
                  <a:stretch>
                    <a:fillRect/>
                  </a:stretch>
                </p:blipFill>
                <p:spPr>
                  <a:xfrm>
                    <a:off x="5851131" y="4399601"/>
                    <a:ext cx="246647" cy="217270"/>
                  </a:xfrm>
                  <a:prstGeom prst="rect">
                    <a:avLst/>
                  </a:prstGeom>
                </p:spPr>
              </p:pic>
              <p:pic>
                <p:nvPicPr>
                  <p:cNvPr id="109" name="object 109"/>
                  <p:cNvPicPr/>
                  <p:nvPr/>
                </p:nvPicPr>
                <p:blipFill>
                  <a:blip r:embed="rId11" cstate="print"/>
                  <a:stretch>
                    <a:fillRect/>
                  </a:stretch>
                </p:blipFill>
                <p:spPr>
                  <a:xfrm>
                    <a:off x="5809297" y="3958945"/>
                    <a:ext cx="293750" cy="249237"/>
                  </a:xfrm>
                  <a:prstGeom prst="rect">
                    <a:avLst/>
                  </a:prstGeom>
                </p:spPr>
              </p:pic>
              <p:sp>
                <p:nvSpPr>
                  <p:cNvPr id="110" name="object 110"/>
                  <p:cNvSpPr/>
                  <p:nvPr/>
                </p:nvSpPr>
                <p:spPr>
                  <a:xfrm>
                    <a:off x="5923660" y="4008158"/>
                    <a:ext cx="255904" cy="294005"/>
                  </a:xfrm>
                  <a:custGeom>
                    <a:avLst/>
                    <a:gdLst/>
                    <a:ahLst/>
                    <a:cxnLst/>
                    <a:rect l="l" t="t" r="r" b="b"/>
                    <a:pathLst>
                      <a:path w="255904" h="294004">
                        <a:moveTo>
                          <a:pt x="0" y="0"/>
                        </a:moveTo>
                        <a:lnTo>
                          <a:pt x="255524" y="293687"/>
                        </a:lnTo>
                      </a:path>
                    </a:pathLst>
                  </a:custGeom>
                  <a:ln w="9525">
                    <a:solidFill>
                      <a:srgbClr val="FFFFFF"/>
                    </a:solidFill>
                  </a:ln>
                </p:spPr>
                <p:txBody>
                  <a:bodyPr wrap="square" lIns="0" tIns="0" rIns="0" bIns="0" rtlCol="0"/>
                  <a:lstStyle/>
                  <a:p>
                    <a:endParaRPr sz="1950"/>
                  </a:p>
                </p:txBody>
              </p:sp>
            </p:grpSp>
            <p:sp>
              <p:nvSpPr>
                <p:cNvPr id="111" name="object 111"/>
                <p:cNvSpPr txBox="1"/>
                <p:nvPr/>
              </p:nvSpPr>
              <p:spPr>
                <a:xfrm>
                  <a:off x="8563462" y="1244947"/>
                  <a:ext cx="153405" cy="313975"/>
                </a:xfrm>
                <a:prstGeom prst="rect">
                  <a:avLst/>
                </a:prstGeom>
              </p:spPr>
              <p:txBody>
                <a:bodyPr vert="horz" wrap="square" lIns="0" tIns="13758" rIns="0" bIns="0" rtlCol="0">
                  <a:spAutoFit/>
                </a:bodyPr>
                <a:lstStyle/>
                <a:p>
                  <a:pPr marL="13758">
                    <a:spcBef>
                      <a:spcPts val="108"/>
                    </a:spcBef>
                  </a:pPr>
                  <a:r>
                    <a:rPr sz="1950" spc="-54" dirty="0">
                      <a:solidFill>
                        <a:srgbClr val="91C7F3"/>
                      </a:solidFill>
                      <a:latin typeface="Calibri"/>
                      <a:cs typeface="Calibri"/>
                    </a:rPr>
                    <a:t>1</a:t>
                  </a:r>
                  <a:endParaRPr sz="1950">
                    <a:latin typeface="Calibri"/>
                    <a:cs typeface="Calibri"/>
                  </a:endParaRPr>
                </a:p>
              </p:txBody>
            </p:sp>
            <p:sp>
              <p:nvSpPr>
                <p:cNvPr id="112" name="object 112"/>
                <p:cNvSpPr txBox="1"/>
                <p:nvPr/>
              </p:nvSpPr>
              <p:spPr>
                <a:xfrm>
                  <a:off x="8575706" y="1720160"/>
                  <a:ext cx="153405" cy="313975"/>
                </a:xfrm>
                <a:prstGeom prst="rect">
                  <a:avLst/>
                </a:prstGeom>
              </p:spPr>
              <p:txBody>
                <a:bodyPr vert="horz" wrap="square" lIns="0" tIns="13758" rIns="0" bIns="0" rtlCol="0">
                  <a:spAutoFit/>
                </a:bodyPr>
                <a:lstStyle/>
                <a:p>
                  <a:pPr marL="13758">
                    <a:spcBef>
                      <a:spcPts val="108"/>
                    </a:spcBef>
                  </a:pPr>
                  <a:r>
                    <a:rPr sz="1950" spc="-54" dirty="0">
                      <a:solidFill>
                        <a:srgbClr val="91C7F3"/>
                      </a:solidFill>
                      <a:latin typeface="Calibri"/>
                      <a:cs typeface="Calibri"/>
                    </a:rPr>
                    <a:t>2</a:t>
                  </a:r>
                  <a:endParaRPr sz="1950">
                    <a:latin typeface="Calibri"/>
                    <a:cs typeface="Calibri"/>
                  </a:endParaRPr>
                </a:p>
              </p:txBody>
            </p:sp>
            <p:sp>
              <p:nvSpPr>
                <p:cNvPr id="113" name="object 113"/>
                <p:cNvSpPr txBox="1"/>
                <p:nvPr/>
              </p:nvSpPr>
              <p:spPr>
                <a:xfrm>
                  <a:off x="8587676" y="2167223"/>
                  <a:ext cx="153405" cy="313975"/>
                </a:xfrm>
                <a:prstGeom prst="rect">
                  <a:avLst/>
                </a:prstGeom>
              </p:spPr>
              <p:txBody>
                <a:bodyPr vert="horz" wrap="square" lIns="0" tIns="13758" rIns="0" bIns="0" rtlCol="0">
                  <a:spAutoFit/>
                </a:bodyPr>
                <a:lstStyle/>
                <a:p>
                  <a:pPr marL="13758">
                    <a:spcBef>
                      <a:spcPts val="108"/>
                    </a:spcBef>
                  </a:pPr>
                  <a:r>
                    <a:rPr sz="1950" spc="-54" dirty="0">
                      <a:solidFill>
                        <a:srgbClr val="91C7F3"/>
                      </a:solidFill>
                      <a:latin typeface="Calibri"/>
                      <a:cs typeface="Calibri"/>
                    </a:rPr>
                    <a:t>3</a:t>
                  </a:r>
                  <a:endParaRPr sz="1950">
                    <a:latin typeface="Calibri"/>
                    <a:cs typeface="Calibri"/>
                  </a:endParaRPr>
                </a:p>
              </p:txBody>
            </p:sp>
            <p:sp>
              <p:nvSpPr>
                <p:cNvPr id="114" name="object 114"/>
                <p:cNvSpPr txBox="1"/>
                <p:nvPr/>
              </p:nvSpPr>
              <p:spPr>
                <a:xfrm>
                  <a:off x="8571028" y="2633767"/>
                  <a:ext cx="139647" cy="313975"/>
                </a:xfrm>
                <a:prstGeom prst="rect">
                  <a:avLst/>
                </a:prstGeom>
              </p:spPr>
              <p:txBody>
                <a:bodyPr vert="horz" wrap="square" lIns="0" tIns="13758" rIns="0" bIns="0" rtlCol="0">
                  <a:spAutoFit/>
                </a:bodyPr>
                <a:lstStyle/>
                <a:p>
                  <a:pPr>
                    <a:spcBef>
                      <a:spcPts val="108"/>
                    </a:spcBef>
                  </a:pPr>
                  <a:r>
                    <a:rPr sz="1950" spc="-54" dirty="0">
                      <a:solidFill>
                        <a:srgbClr val="91C7F3"/>
                      </a:solidFill>
                      <a:latin typeface="Calibri"/>
                      <a:cs typeface="Calibri"/>
                    </a:rPr>
                    <a:t>4</a:t>
                  </a:r>
                  <a:endParaRPr sz="1950">
                    <a:latin typeface="Calibri"/>
                    <a:cs typeface="Calibri"/>
                  </a:endParaRPr>
                </a:p>
              </p:txBody>
            </p:sp>
            <p:sp>
              <p:nvSpPr>
                <p:cNvPr id="115" name="object 115"/>
                <p:cNvSpPr txBox="1"/>
                <p:nvPr/>
              </p:nvSpPr>
              <p:spPr>
                <a:xfrm>
                  <a:off x="8558785" y="3088839"/>
                  <a:ext cx="139647" cy="313975"/>
                </a:xfrm>
                <a:prstGeom prst="rect">
                  <a:avLst/>
                </a:prstGeom>
              </p:spPr>
              <p:txBody>
                <a:bodyPr vert="horz" wrap="square" lIns="0" tIns="13758" rIns="0" bIns="0" rtlCol="0">
                  <a:spAutoFit/>
                </a:bodyPr>
                <a:lstStyle/>
                <a:p>
                  <a:pPr>
                    <a:spcBef>
                      <a:spcPts val="108"/>
                    </a:spcBef>
                  </a:pPr>
                  <a:r>
                    <a:rPr sz="1950" spc="-54" dirty="0">
                      <a:solidFill>
                        <a:srgbClr val="91C7F3"/>
                      </a:solidFill>
                      <a:latin typeface="Calibri"/>
                      <a:cs typeface="Calibri"/>
                    </a:rPr>
                    <a:t>5</a:t>
                  </a:r>
                  <a:endParaRPr sz="1950">
                    <a:latin typeface="Calibri"/>
                    <a:cs typeface="Calibri"/>
                  </a:endParaRPr>
                </a:p>
              </p:txBody>
            </p:sp>
            <p:sp>
              <p:nvSpPr>
                <p:cNvPr id="116" name="object 116"/>
                <p:cNvSpPr txBox="1"/>
                <p:nvPr/>
              </p:nvSpPr>
              <p:spPr>
                <a:xfrm>
                  <a:off x="8545300" y="3529711"/>
                  <a:ext cx="139647" cy="313975"/>
                </a:xfrm>
                <a:prstGeom prst="rect">
                  <a:avLst/>
                </a:prstGeom>
              </p:spPr>
              <p:txBody>
                <a:bodyPr vert="horz" wrap="square" lIns="0" tIns="13758" rIns="0" bIns="0" rtlCol="0">
                  <a:spAutoFit/>
                </a:bodyPr>
                <a:lstStyle/>
                <a:p>
                  <a:pPr>
                    <a:spcBef>
                      <a:spcPts val="108"/>
                    </a:spcBef>
                  </a:pPr>
                  <a:r>
                    <a:rPr sz="1950" spc="-54" dirty="0">
                      <a:solidFill>
                        <a:srgbClr val="91C7F3"/>
                      </a:solidFill>
                      <a:latin typeface="Calibri"/>
                      <a:cs typeface="Calibri"/>
                    </a:rPr>
                    <a:t>6</a:t>
                  </a:r>
                  <a:endParaRPr sz="1950">
                    <a:latin typeface="Calibri"/>
                    <a:cs typeface="Calibri"/>
                  </a:endParaRPr>
                </a:p>
              </p:txBody>
            </p:sp>
            <p:sp>
              <p:nvSpPr>
                <p:cNvPr id="117" name="object 117"/>
                <p:cNvSpPr txBox="1"/>
                <p:nvPr/>
              </p:nvSpPr>
              <p:spPr>
                <a:xfrm>
                  <a:off x="8544201" y="3980983"/>
                  <a:ext cx="139647" cy="313975"/>
                </a:xfrm>
                <a:prstGeom prst="rect">
                  <a:avLst/>
                </a:prstGeom>
              </p:spPr>
              <p:txBody>
                <a:bodyPr vert="horz" wrap="square" lIns="0" tIns="13758" rIns="0" bIns="0" rtlCol="0">
                  <a:spAutoFit/>
                </a:bodyPr>
                <a:lstStyle/>
                <a:p>
                  <a:pPr>
                    <a:spcBef>
                      <a:spcPts val="108"/>
                    </a:spcBef>
                  </a:pPr>
                  <a:r>
                    <a:rPr sz="1950" spc="-54" dirty="0">
                      <a:solidFill>
                        <a:srgbClr val="91C7F3"/>
                      </a:solidFill>
                      <a:latin typeface="Calibri"/>
                      <a:cs typeface="Calibri"/>
                    </a:rPr>
                    <a:t>7</a:t>
                  </a:r>
                  <a:endParaRPr sz="1950">
                    <a:latin typeface="Calibri"/>
                    <a:cs typeface="Calibri"/>
                  </a:endParaRPr>
                </a:p>
              </p:txBody>
            </p:sp>
            <p:sp>
              <p:nvSpPr>
                <p:cNvPr id="118" name="object 118"/>
                <p:cNvSpPr txBox="1"/>
                <p:nvPr/>
              </p:nvSpPr>
              <p:spPr>
                <a:xfrm>
                  <a:off x="8545300" y="4434679"/>
                  <a:ext cx="139647" cy="313975"/>
                </a:xfrm>
                <a:prstGeom prst="rect">
                  <a:avLst/>
                </a:prstGeom>
              </p:spPr>
              <p:txBody>
                <a:bodyPr vert="horz" wrap="square" lIns="0" tIns="13758" rIns="0" bIns="0" rtlCol="0">
                  <a:spAutoFit/>
                </a:bodyPr>
                <a:lstStyle/>
                <a:p>
                  <a:pPr>
                    <a:spcBef>
                      <a:spcPts val="108"/>
                    </a:spcBef>
                  </a:pPr>
                  <a:r>
                    <a:rPr sz="1950" spc="-54" dirty="0">
                      <a:solidFill>
                        <a:srgbClr val="91C7F3"/>
                      </a:solidFill>
                      <a:latin typeface="Calibri"/>
                      <a:cs typeface="Calibri"/>
                    </a:rPr>
                    <a:t>8</a:t>
                  </a:r>
                  <a:endParaRPr sz="1950">
                    <a:latin typeface="Calibri"/>
                    <a:cs typeface="Calibri"/>
                  </a:endParaRPr>
                </a:p>
              </p:txBody>
            </p:sp>
            <p:sp>
              <p:nvSpPr>
                <p:cNvPr id="119" name="object 119"/>
                <p:cNvSpPr txBox="1"/>
                <p:nvPr/>
              </p:nvSpPr>
              <p:spPr>
                <a:xfrm>
                  <a:off x="8558785" y="4882815"/>
                  <a:ext cx="139647" cy="313975"/>
                </a:xfrm>
                <a:prstGeom prst="rect">
                  <a:avLst/>
                </a:prstGeom>
              </p:spPr>
              <p:txBody>
                <a:bodyPr vert="horz" wrap="square" lIns="0" tIns="13758" rIns="0" bIns="0" rtlCol="0">
                  <a:spAutoFit/>
                </a:bodyPr>
                <a:lstStyle/>
                <a:p>
                  <a:pPr>
                    <a:spcBef>
                      <a:spcPts val="108"/>
                    </a:spcBef>
                  </a:pPr>
                  <a:r>
                    <a:rPr sz="1950" spc="-54" dirty="0">
                      <a:solidFill>
                        <a:srgbClr val="91C7F3"/>
                      </a:solidFill>
                      <a:latin typeface="Calibri"/>
                      <a:cs typeface="Calibri"/>
                    </a:rPr>
                    <a:t>9</a:t>
                  </a:r>
                  <a:endParaRPr sz="1950">
                    <a:latin typeface="Calibri"/>
                    <a:cs typeface="Calibri"/>
                  </a:endParaRPr>
                </a:p>
              </p:txBody>
            </p:sp>
            <p:sp>
              <p:nvSpPr>
                <p:cNvPr id="120" name="object 120"/>
                <p:cNvSpPr txBox="1"/>
                <p:nvPr/>
              </p:nvSpPr>
              <p:spPr>
                <a:xfrm>
                  <a:off x="6206384" y="5323632"/>
                  <a:ext cx="2780559" cy="313975"/>
                </a:xfrm>
                <a:prstGeom prst="rect">
                  <a:avLst/>
                </a:prstGeom>
              </p:spPr>
              <p:txBody>
                <a:bodyPr vert="horz" wrap="square" lIns="0" tIns="13758" rIns="0" bIns="0" rtlCol="0">
                  <a:spAutoFit/>
                </a:bodyPr>
                <a:lstStyle/>
                <a:p>
                  <a:pPr marL="669322">
                    <a:spcBef>
                      <a:spcPts val="108"/>
                    </a:spcBef>
                    <a:tabLst>
                      <a:tab pos="2266616" algn="l"/>
                    </a:tabLst>
                  </a:pPr>
                  <a:r>
                    <a:rPr sz="1625" spc="-32" baseline="5555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Travel</a:t>
                  </a:r>
                  <a:r>
                    <a:rPr sz="1625" spc="40" baseline="5555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</a:t>
                  </a:r>
                  <a:r>
                    <a:rPr sz="1625" baseline="5555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and </a:t>
                  </a:r>
                  <a:r>
                    <a:rPr sz="1625" spc="-16" baseline="5555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Hospitality</a:t>
                  </a:r>
                  <a:r>
                    <a:rPr sz="1625" spc="-8" baseline="5555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 </a:t>
                  </a:r>
                  <a:r>
                    <a:rPr sz="1625" spc="-40" baseline="5555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Lab</a:t>
                  </a:r>
                  <a:r>
                    <a:rPr sz="1625" baseline="5555" dirty="0">
                      <a:solidFill>
                        <a:srgbClr val="FFFFFF"/>
                      </a:solidFill>
                      <a:latin typeface="Calibri"/>
                      <a:cs typeface="Calibri"/>
                    </a:rPr>
                    <a:t>	</a:t>
                  </a:r>
                  <a:r>
                    <a:rPr sz="1950" spc="-27" dirty="0">
                      <a:solidFill>
                        <a:srgbClr val="91C7F3"/>
                      </a:solidFill>
                      <a:latin typeface="Calibri"/>
                      <a:cs typeface="Calibri"/>
                    </a:rPr>
                    <a:t>10</a:t>
                  </a:r>
                  <a:endParaRPr sz="1950">
                    <a:latin typeface="Calibri"/>
                    <a:cs typeface="Calibri"/>
                  </a:endParaRPr>
                </a:p>
              </p:txBody>
            </p:sp>
            <p:sp>
              <p:nvSpPr>
                <p:cNvPr id="130" name="object 130"/>
                <p:cNvSpPr/>
                <p:nvPr/>
              </p:nvSpPr>
              <p:spPr>
                <a:xfrm>
                  <a:off x="9080086" y="1251607"/>
                  <a:ext cx="49530" cy="352007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720" h="3249295">
                      <a:moveTo>
                        <a:pt x="0" y="0"/>
                      </a:moveTo>
                      <a:lnTo>
                        <a:pt x="12700" y="0"/>
                      </a:lnTo>
                      <a:lnTo>
                        <a:pt x="22859" y="1650"/>
                      </a:lnTo>
                      <a:lnTo>
                        <a:pt x="22859" y="3810"/>
                      </a:lnTo>
                      <a:lnTo>
                        <a:pt x="22859" y="1620646"/>
                      </a:lnTo>
                      <a:lnTo>
                        <a:pt x="22859" y="1622678"/>
                      </a:lnTo>
                      <a:lnTo>
                        <a:pt x="33147" y="1624457"/>
                      </a:lnTo>
                      <a:lnTo>
                        <a:pt x="45720" y="1624457"/>
                      </a:lnTo>
                      <a:lnTo>
                        <a:pt x="33147" y="1624457"/>
                      </a:lnTo>
                      <a:lnTo>
                        <a:pt x="22859" y="1626108"/>
                      </a:lnTo>
                      <a:lnTo>
                        <a:pt x="22859" y="1628266"/>
                      </a:lnTo>
                      <a:lnTo>
                        <a:pt x="22859" y="3245104"/>
                      </a:lnTo>
                      <a:lnTo>
                        <a:pt x="22859" y="3247136"/>
                      </a:lnTo>
                      <a:lnTo>
                        <a:pt x="12700" y="3248914"/>
                      </a:lnTo>
                      <a:lnTo>
                        <a:pt x="0" y="3248914"/>
                      </a:lnTo>
                    </a:path>
                  </a:pathLst>
                </a:custGeom>
                <a:ln w="6350">
                  <a:solidFill>
                    <a:srgbClr val="167DC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sz="1950"/>
                </a:p>
              </p:txBody>
            </p:sp>
            <p:sp>
              <p:nvSpPr>
                <p:cNvPr id="131" name="object 131"/>
                <p:cNvSpPr/>
                <p:nvPr/>
              </p:nvSpPr>
              <p:spPr>
                <a:xfrm>
                  <a:off x="9070595" y="4901072"/>
                  <a:ext cx="70166" cy="749829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4770" h="692150">
                      <a:moveTo>
                        <a:pt x="0" y="0"/>
                      </a:moveTo>
                      <a:lnTo>
                        <a:pt x="12521" y="421"/>
                      </a:lnTo>
                      <a:lnTo>
                        <a:pt x="22732" y="1570"/>
                      </a:lnTo>
                      <a:lnTo>
                        <a:pt x="29610" y="3273"/>
                      </a:lnTo>
                      <a:lnTo>
                        <a:pt x="32130" y="5359"/>
                      </a:lnTo>
                      <a:lnTo>
                        <a:pt x="32130" y="340601"/>
                      </a:lnTo>
                      <a:lnTo>
                        <a:pt x="34671" y="342694"/>
                      </a:lnTo>
                      <a:lnTo>
                        <a:pt x="41592" y="344401"/>
                      </a:lnTo>
                      <a:lnTo>
                        <a:pt x="51847" y="345551"/>
                      </a:lnTo>
                      <a:lnTo>
                        <a:pt x="64389" y="345973"/>
                      </a:lnTo>
                      <a:lnTo>
                        <a:pt x="51847" y="346396"/>
                      </a:lnTo>
                      <a:lnTo>
                        <a:pt x="41592" y="347549"/>
                      </a:lnTo>
                      <a:lnTo>
                        <a:pt x="34671" y="349257"/>
                      </a:lnTo>
                      <a:lnTo>
                        <a:pt x="32130" y="351345"/>
                      </a:lnTo>
                      <a:lnTo>
                        <a:pt x="32130" y="686587"/>
                      </a:lnTo>
                      <a:lnTo>
                        <a:pt x="29610" y="688680"/>
                      </a:lnTo>
                      <a:lnTo>
                        <a:pt x="22733" y="690387"/>
                      </a:lnTo>
                      <a:lnTo>
                        <a:pt x="12521" y="691538"/>
                      </a:lnTo>
                      <a:lnTo>
                        <a:pt x="0" y="691959"/>
                      </a:lnTo>
                    </a:path>
                  </a:pathLst>
                </a:custGeom>
                <a:ln w="6349">
                  <a:solidFill>
                    <a:srgbClr val="167DCF"/>
                  </a:solidFill>
                </a:ln>
              </p:spPr>
              <p:txBody>
                <a:bodyPr wrap="square" lIns="0" tIns="0" rIns="0" bIns="0" rtlCol="0"/>
                <a:lstStyle/>
                <a:p>
                  <a:endParaRPr sz="1950"/>
                </a:p>
              </p:txBody>
            </p:sp>
            <p:sp>
              <p:nvSpPr>
                <p:cNvPr id="132" name="object 132"/>
                <p:cNvSpPr txBox="1"/>
                <p:nvPr/>
              </p:nvSpPr>
              <p:spPr>
                <a:xfrm>
                  <a:off x="9279996" y="2854453"/>
                  <a:ext cx="316442" cy="213947"/>
                </a:xfrm>
                <a:prstGeom prst="rect">
                  <a:avLst/>
                </a:prstGeom>
              </p:spPr>
              <p:txBody>
                <a:bodyPr vert="horz" wrap="square" lIns="0" tIns="13758" rIns="0" bIns="0" rtlCol="0">
                  <a:spAutoFit/>
                </a:bodyPr>
                <a:lstStyle/>
                <a:p>
                  <a:pPr marL="13758">
                    <a:spcBef>
                      <a:spcPts val="108"/>
                    </a:spcBef>
                  </a:pPr>
                  <a:r>
                    <a:rPr sz="1300" b="1" spc="-22" dirty="0">
                      <a:solidFill>
                        <a:srgbClr val="515F5F"/>
                      </a:solidFill>
                      <a:latin typeface="Calibri"/>
                      <a:cs typeface="Calibri"/>
                    </a:rPr>
                    <a:t>BFSI</a:t>
                  </a:r>
                  <a:endParaRPr sz="1300">
                    <a:latin typeface="Calibri"/>
                    <a:cs typeface="Calibri"/>
                  </a:endParaRPr>
                </a:p>
              </p:txBody>
            </p:sp>
          </p:grpSp>
          <p:sp>
            <p:nvSpPr>
              <p:cNvPr id="133" name="object 133"/>
              <p:cNvSpPr txBox="1"/>
              <p:nvPr/>
            </p:nvSpPr>
            <p:spPr>
              <a:xfrm>
                <a:off x="9189879" y="5153909"/>
                <a:ext cx="493924" cy="213947"/>
              </a:xfrm>
              <a:prstGeom prst="rect">
                <a:avLst/>
              </a:prstGeom>
            </p:spPr>
            <p:txBody>
              <a:bodyPr vert="horz" wrap="square" lIns="0" tIns="13758" rIns="0" bIns="0" rtlCol="0">
                <a:spAutoFit/>
              </a:bodyPr>
              <a:lstStyle/>
              <a:p>
                <a:pPr marL="13758">
                  <a:spcBef>
                    <a:spcPts val="108"/>
                  </a:spcBef>
                </a:pPr>
                <a:r>
                  <a:rPr sz="1300" b="1" spc="-11" dirty="0">
                    <a:solidFill>
                      <a:srgbClr val="515F5F"/>
                    </a:solidFill>
                    <a:latin typeface="Calibri"/>
                    <a:cs typeface="Calibri"/>
                  </a:rPr>
                  <a:t>Others</a:t>
                </a:r>
                <a:endParaRPr sz="1300">
                  <a:latin typeface="Calibri"/>
                  <a:cs typeface="Calibri"/>
                </a:endParaRPr>
              </a:p>
            </p:txBody>
          </p:sp>
        </p:grpSp>
      </p:grpSp>
      <p:grpSp>
        <p:nvGrpSpPr>
          <p:cNvPr id="140" name="Group 139">
            <a:extLst>
              <a:ext uri="{FF2B5EF4-FFF2-40B4-BE49-F238E27FC236}">
                <a16:creationId xmlns:a16="http://schemas.microsoft.com/office/drawing/2014/main" id="{611E9FDB-678F-3C34-E595-46E2554AE0C5}"/>
              </a:ext>
            </a:extLst>
          </p:cNvPr>
          <p:cNvGrpSpPr/>
          <p:nvPr/>
        </p:nvGrpSpPr>
        <p:grpSpPr>
          <a:xfrm>
            <a:off x="218816" y="1001655"/>
            <a:ext cx="5239173" cy="4912635"/>
            <a:chOff x="115776" y="1200645"/>
            <a:chExt cx="5239173" cy="4912635"/>
          </a:xfrm>
        </p:grpSpPr>
        <p:grpSp>
          <p:nvGrpSpPr>
            <p:cNvPr id="4" name="object 4"/>
            <p:cNvGrpSpPr/>
            <p:nvPr/>
          </p:nvGrpSpPr>
          <p:grpSpPr>
            <a:xfrm>
              <a:off x="860694" y="1587860"/>
              <a:ext cx="3725069" cy="3675538"/>
              <a:chOff x="794486" y="872236"/>
              <a:chExt cx="3438525" cy="3392804"/>
            </a:xfrm>
          </p:grpSpPr>
          <p:sp>
            <p:nvSpPr>
              <p:cNvPr id="5" name="object 5"/>
              <p:cNvSpPr/>
              <p:nvPr/>
            </p:nvSpPr>
            <p:spPr>
              <a:xfrm>
                <a:off x="794486" y="872236"/>
                <a:ext cx="3438525" cy="3392804"/>
              </a:xfrm>
              <a:custGeom>
                <a:avLst/>
                <a:gdLst/>
                <a:ahLst/>
                <a:cxnLst/>
                <a:rect l="l" t="t" r="r" b="b"/>
                <a:pathLst>
                  <a:path w="3438525" h="3392804">
                    <a:moveTo>
                      <a:pt x="1718970" y="0"/>
                    </a:moveTo>
                    <a:lnTo>
                      <a:pt x="1670030" y="674"/>
                    </a:lnTo>
                    <a:lnTo>
                      <a:pt x="1621429" y="2685"/>
                    </a:lnTo>
                    <a:lnTo>
                      <a:pt x="1573185" y="6015"/>
                    </a:lnTo>
                    <a:lnTo>
                      <a:pt x="1525315" y="10645"/>
                    </a:lnTo>
                    <a:lnTo>
                      <a:pt x="1477839" y="16559"/>
                    </a:lnTo>
                    <a:lnTo>
                      <a:pt x="1430773" y="23737"/>
                    </a:lnTo>
                    <a:lnTo>
                      <a:pt x="1384138" y="32163"/>
                    </a:lnTo>
                    <a:lnTo>
                      <a:pt x="1337949" y="41818"/>
                    </a:lnTo>
                    <a:lnTo>
                      <a:pt x="1292226" y="52685"/>
                    </a:lnTo>
                    <a:lnTo>
                      <a:pt x="1246987" y="64745"/>
                    </a:lnTo>
                    <a:lnTo>
                      <a:pt x="1202250" y="77980"/>
                    </a:lnTo>
                    <a:lnTo>
                      <a:pt x="1158033" y="92373"/>
                    </a:lnTo>
                    <a:lnTo>
                      <a:pt x="1114354" y="107906"/>
                    </a:lnTo>
                    <a:lnTo>
                      <a:pt x="1071231" y="124561"/>
                    </a:lnTo>
                    <a:lnTo>
                      <a:pt x="1028683" y="142320"/>
                    </a:lnTo>
                    <a:lnTo>
                      <a:pt x="986728" y="161165"/>
                    </a:lnTo>
                    <a:lnTo>
                      <a:pt x="945383" y="181078"/>
                    </a:lnTo>
                    <a:lnTo>
                      <a:pt x="904667" y="202042"/>
                    </a:lnTo>
                    <a:lnTo>
                      <a:pt x="864598" y="224037"/>
                    </a:lnTo>
                    <a:lnTo>
                      <a:pt x="825194" y="247048"/>
                    </a:lnTo>
                    <a:lnTo>
                      <a:pt x="786474" y="271055"/>
                    </a:lnTo>
                    <a:lnTo>
                      <a:pt x="748455" y="296040"/>
                    </a:lnTo>
                    <a:lnTo>
                      <a:pt x="711156" y="321987"/>
                    </a:lnTo>
                    <a:lnTo>
                      <a:pt x="674594" y="348876"/>
                    </a:lnTo>
                    <a:lnTo>
                      <a:pt x="638789" y="376690"/>
                    </a:lnTo>
                    <a:lnTo>
                      <a:pt x="603757" y="405412"/>
                    </a:lnTo>
                    <a:lnTo>
                      <a:pt x="569518" y="435022"/>
                    </a:lnTo>
                    <a:lnTo>
                      <a:pt x="536088" y="465504"/>
                    </a:lnTo>
                    <a:lnTo>
                      <a:pt x="503488" y="496839"/>
                    </a:lnTo>
                    <a:lnTo>
                      <a:pt x="471734" y="529010"/>
                    </a:lnTo>
                    <a:lnTo>
                      <a:pt x="440844" y="561999"/>
                    </a:lnTo>
                    <a:lnTo>
                      <a:pt x="410838" y="595787"/>
                    </a:lnTo>
                    <a:lnTo>
                      <a:pt x="381733" y="630357"/>
                    </a:lnTo>
                    <a:lnTo>
                      <a:pt x="353546" y="665690"/>
                    </a:lnTo>
                    <a:lnTo>
                      <a:pt x="326298" y="701770"/>
                    </a:lnTo>
                    <a:lnTo>
                      <a:pt x="300004" y="738578"/>
                    </a:lnTo>
                    <a:lnTo>
                      <a:pt x="274684" y="776096"/>
                    </a:lnTo>
                    <a:lnTo>
                      <a:pt x="250356" y="814307"/>
                    </a:lnTo>
                    <a:lnTo>
                      <a:pt x="227038" y="853192"/>
                    </a:lnTo>
                    <a:lnTo>
                      <a:pt x="204748" y="892733"/>
                    </a:lnTo>
                    <a:lnTo>
                      <a:pt x="183504" y="932913"/>
                    </a:lnTo>
                    <a:lnTo>
                      <a:pt x="163324" y="973714"/>
                    </a:lnTo>
                    <a:lnTo>
                      <a:pt x="144227" y="1015117"/>
                    </a:lnTo>
                    <a:lnTo>
                      <a:pt x="126230" y="1057106"/>
                    </a:lnTo>
                    <a:lnTo>
                      <a:pt x="109352" y="1099661"/>
                    </a:lnTo>
                    <a:lnTo>
                      <a:pt x="93611" y="1142766"/>
                    </a:lnTo>
                    <a:lnTo>
                      <a:pt x="79025" y="1186402"/>
                    </a:lnTo>
                    <a:lnTo>
                      <a:pt x="65612" y="1230551"/>
                    </a:lnTo>
                    <a:lnTo>
                      <a:pt x="53391" y="1275196"/>
                    </a:lnTo>
                    <a:lnTo>
                      <a:pt x="42379" y="1320318"/>
                    </a:lnTo>
                    <a:lnTo>
                      <a:pt x="32594" y="1365900"/>
                    </a:lnTo>
                    <a:lnTo>
                      <a:pt x="24056" y="1411923"/>
                    </a:lnTo>
                    <a:lnTo>
                      <a:pt x="16781" y="1458371"/>
                    </a:lnTo>
                    <a:lnTo>
                      <a:pt x="10788" y="1505224"/>
                    </a:lnTo>
                    <a:lnTo>
                      <a:pt x="6095" y="1552465"/>
                    </a:lnTo>
                    <a:lnTo>
                      <a:pt x="2721" y="1600077"/>
                    </a:lnTo>
                    <a:lnTo>
                      <a:pt x="683" y="1648040"/>
                    </a:lnTo>
                    <a:lnTo>
                      <a:pt x="0" y="1696339"/>
                    </a:lnTo>
                    <a:lnTo>
                      <a:pt x="683" y="1744637"/>
                    </a:lnTo>
                    <a:lnTo>
                      <a:pt x="2721" y="1792600"/>
                    </a:lnTo>
                    <a:lnTo>
                      <a:pt x="6095" y="1840211"/>
                    </a:lnTo>
                    <a:lnTo>
                      <a:pt x="10788" y="1887453"/>
                    </a:lnTo>
                    <a:lnTo>
                      <a:pt x="16781" y="1934306"/>
                    </a:lnTo>
                    <a:lnTo>
                      <a:pt x="24056" y="1980753"/>
                    </a:lnTo>
                    <a:lnTo>
                      <a:pt x="32594" y="2026776"/>
                    </a:lnTo>
                    <a:lnTo>
                      <a:pt x="42379" y="2072357"/>
                    </a:lnTo>
                    <a:lnTo>
                      <a:pt x="53391" y="2117479"/>
                    </a:lnTo>
                    <a:lnTo>
                      <a:pt x="65612" y="2162123"/>
                    </a:lnTo>
                    <a:lnTo>
                      <a:pt x="79025" y="2206271"/>
                    </a:lnTo>
                    <a:lnTo>
                      <a:pt x="93611" y="2249907"/>
                    </a:lnTo>
                    <a:lnTo>
                      <a:pt x="109352" y="2293011"/>
                    </a:lnTo>
                    <a:lnTo>
                      <a:pt x="126230" y="2335565"/>
                    </a:lnTo>
                    <a:lnTo>
                      <a:pt x="144227" y="2377553"/>
                    </a:lnTo>
                    <a:lnTo>
                      <a:pt x="163324" y="2418956"/>
                    </a:lnTo>
                    <a:lnTo>
                      <a:pt x="183504" y="2459756"/>
                    </a:lnTo>
                    <a:lnTo>
                      <a:pt x="204748" y="2499935"/>
                    </a:lnTo>
                    <a:lnTo>
                      <a:pt x="227038" y="2539476"/>
                    </a:lnTo>
                    <a:lnTo>
                      <a:pt x="250356" y="2578360"/>
                    </a:lnTo>
                    <a:lnTo>
                      <a:pt x="274684" y="2616569"/>
                    </a:lnTo>
                    <a:lnTo>
                      <a:pt x="300004" y="2654087"/>
                    </a:lnTo>
                    <a:lnTo>
                      <a:pt x="326298" y="2690894"/>
                    </a:lnTo>
                    <a:lnTo>
                      <a:pt x="353546" y="2726972"/>
                    </a:lnTo>
                    <a:lnTo>
                      <a:pt x="381733" y="2762305"/>
                    </a:lnTo>
                    <a:lnTo>
                      <a:pt x="410838" y="2796874"/>
                    </a:lnTo>
                    <a:lnTo>
                      <a:pt x="440844" y="2830661"/>
                    </a:lnTo>
                    <a:lnTo>
                      <a:pt x="471734" y="2863649"/>
                    </a:lnTo>
                    <a:lnTo>
                      <a:pt x="503488" y="2895819"/>
                    </a:lnTo>
                    <a:lnTo>
                      <a:pt x="536088" y="2927153"/>
                    </a:lnTo>
                    <a:lnTo>
                      <a:pt x="569518" y="2957634"/>
                    </a:lnTo>
                    <a:lnTo>
                      <a:pt x="603757" y="2987243"/>
                    </a:lnTo>
                    <a:lnTo>
                      <a:pt x="638789" y="3015964"/>
                    </a:lnTo>
                    <a:lnTo>
                      <a:pt x="674594" y="3043777"/>
                    </a:lnTo>
                    <a:lnTo>
                      <a:pt x="711156" y="3070665"/>
                    </a:lnTo>
                    <a:lnTo>
                      <a:pt x="748455" y="3096611"/>
                    </a:lnTo>
                    <a:lnTo>
                      <a:pt x="786474" y="3121596"/>
                    </a:lnTo>
                    <a:lnTo>
                      <a:pt x="825194" y="3145602"/>
                    </a:lnTo>
                    <a:lnTo>
                      <a:pt x="864598" y="3168611"/>
                    </a:lnTo>
                    <a:lnTo>
                      <a:pt x="904667" y="3190606"/>
                    </a:lnTo>
                    <a:lnTo>
                      <a:pt x="945383" y="3211569"/>
                    </a:lnTo>
                    <a:lnTo>
                      <a:pt x="986728" y="3231481"/>
                    </a:lnTo>
                    <a:lnTo>
                      <a:pt x="1028683" y="3250325"/>
                    </a:lnTo>
                    <a:lnTo>
                      <a:pt x="1071231" y="3268083"/>
                    </a:lnTo>
                    <a:lnTo>
                      <a:pt x="1114354" y="3284737"/>
                    </a:lnTo>
                    <a:lnTo>
                      <a:pt x="1158033" y="3300270"/>
                    </a:lnTo>
                    <a:lnTo>
                      <a:pt x="1202250" y="3314662"/>
                    </a:lnTo>
                    <a:lnTo>
                      <a:pt x="1246987" y="3327897"/>
                    </a:lnTo>
                    <a:lnTo>
                      <a:pt x="1292226" y="3339957"/>
                    </a:lnTo>
                    <a:lnTo>
                      <a:pt x="1337949" y="3350823"/>
                    </a:lnTo>
                    <a:lnTo>
                      <a:pt x="1384138" y="3360477"/>
                    </a:lnTo>
                    <a:lnTo>
                      <a:pt x="1430773" y="3368903"/>
                    </a:lnTo>
                    <a:lnTo>
                      <a:pt x="1477839" y="3376081"/>
                    </a:lnTo>
                    <a:lnTo>
                      <a:pt x="1525315" y="3381994"/>
                    </a:lnTo>
                    <a:lnTo>
                      <a:pt x="1573185" y="3386625"/>
                    </a:lnTo>
                    <a:lnTo>
                      <a:pt x="1621429" y="3389954"/>
                    </a:lnTo>
                    <a:lnTo>
                      <a:pt x="1670030" y="3391965"/>
                    </a:lnTo>
                    <a:lnTo>
                      <a:pt x="1718970" y="3392639"/>
                    </a:lnTo>
                    <a:lnTo>
                      <a:pt x="1767916" y="3391965"/>
                    </a:lnTo>
                    <a:lnTo>
                      <a:pt x="1816523" y="3389954"/>
                    </a:lnTo>
                    <a:lnTo>
                      <a:pt x="1864774" y="3386625"/>
                    </a:lnTo>
                    <a:lnTo>
                      <a:pt x="1912649" y="3381994"/>
                    </a:lnTo>
                    <a:lnTo>
                      <a:pt x="1960131" y="3376081"/>
                    </a:lnTo>
                    <a:lnTo>
                      <a:pt x="2007201" y="3368903"/>
                    </a:lnTo>
                    <a:lnTo>
                      <a:pt x="2053842" y="3360477"/>
                    </a:lnTo>
                    <a:lnTo>
                      <a:pt x="2100035" y="3350823"/>
                    </a:lnTo>
                    <a:lnTo>
                      <a:pt x="2145762" y="3339957"/>
                    </a:lnTo>
                    <a:lnTo>
                      <a:pt x="2191006" y="3327897"/>
                    </a:lnTo>
                    <a:lnTo>
                      <a:pt x="2235747" y="3314662"/>
                    </a:lnTo>
                    <a:lnTo>
                      <a:pt x="2279968" y="3300270"/>
                    </a:lnTo>
                    <a:lnTo>
                      <a:pt x="2323650" y="3284737"/>
                    </a:lnTo>
                    <a:lnTo>
                      <a:pt x="2366776" y="3268083"/>
                    </a:lnTo>
                    <a:lnTo>
                      <a:pt x="2409328" y="3250325"/>
                    </a:lnTo>
                    <a:lnTo>
                      <a:pt x="2451286" y="3231481"/>
                    </a:lnTo>
                    <a:lnTo>
                      <a:pt x="2492634" y="3211569"/>
                    </a:lnTo>
                    <a:lnTo>
                      <a:pt x="2533352" y="3190606"/>
                    </a:lnTo>
                    <a:lnTo>
                      <a:pt x="2573424" y="3168611"/>
                    </a:lnTo>
                    <a:lnTo>
                      <a:pt x="2612830" y="3145602"/>
                    </a:lnTo>
                    <a:lnTo>
                      <a:pt x="2651552" y="3121596"/>
                    </a:lnTo>
                    <a:lnTo>
                      <a:pt x="2689573" y="3096611"/>
                    </a:lnTo>
                    <a:lnTo>
                      <a:pt x="2726874" y="3070665"/>
                    </a:lnTo>
                    <a:lnTo>
                      <a:pt x="2763437" y="3043777"/>
                    </a:lnTo>
                    <a:lnTo>
                      <a:pt x="2799245" y="3015964"/>
                    </a:lnTo>
                    <a:lnTo>
                      <a:pt x="2834278" y="2987243"/>
                    </a:lnTo>
                    <a:lnTo>
                      <a:pt x="2868518" y="2957634"/>
                    </a:lnTo>
                    <a:lnTo>
                      <a:pt x="2901949" y="2927153"/>
                    </a:lnTo>
                    <a:lnTo>
                      <a:pt x="2934550" y="2895819"/>
                    </a:lnTo>
                    <a:lnTo>
                      <a:pt x="2966305" y="2863649"/>
                    </a:lnTo>
                    <a:lnTo>
                      <a:pt x="2997196" y="2830661"/>
                    </a:lnTo>
                    <a:lnTo>
                      <a:pt x="3027203" y="2796874"/>
                    </a:lnTo>
                    <a:lnTo>
                      <a:pt x="3056309" y="2762305"/>
                    </a:lnTo>
                    <a:lnTo>
                      <a:pt x="3084495" y="2726972"/>
                    </a:lnTo>
                    <a:lnTo>
                      <a:pt x="3111745" y="2690894"/>
                    </a:lnTo>
                    <a:lnTo>
                      <a:pt x="3138039" y="2654087"/>
                    </a:lnTo>
                    <a:lnTo>
                      <a:pt x="3163359" y="2616569"/>
                    </a:lnTo>
                    <a:lnTo>
                      <a:pt x="3187687" y="2578360"/>
                    </a:lnTo>
                    <a:lnTo>
                      <a:pt x="3211005" y="2539476"/>
                    </a:lnTo>
                    <a:lnTo>
                      <a:pt x="3233296" y="2499935"/>
                    </a:lnTo>
                    <a:lnTo>
                      <a:pt x="3254540" y="2459756"/>
                    </a:lnTo>
                    <a:lnTo>
                      <a:pt x="3274719" y="2418956"/>
                    </a:lnTo>
                    <a:lnTo>
                      <a:pt x="3293817" y="2377553"/>
                    </a:lnTo>
                    <a:lnTo>
                      <a:pt x="3311813" y="2335565"/>
                    </a:lnTo>
                    <a:lnTo>
                      <a:pt x="3328691" y="2293011"/>
                    </a:lnTo>
                    <a:lnTo>
                      <a:pt x="3344432" y="2249907"/>
                    </a:lnTo>
                    <a:lnTo>
                      <a:pt x="3359018" y="2206271"/>
                    </a:lnTo>
                    <a:lnTo>
                      <a:pt x="3372430" y="2162123"/>
                    </a:lnTo>
                    <a:lnTo>
                      <a:pt x="3384652" y="2117479"/>
                    </a:lnTo>
                    <a:lnTo>
                      <a:pt x="3395664" y="2072357"/>
                    </a:lnTo>
                    <a:lnTo>
                      <a:pt x="3405448" y="2026776"/>
                    </a:lnTo>
                    <a:lnTo>
                      <a:pt x="3413986" y="1980753"/>
                    </a:lnTo>
                    <a:lnTo>
                      <a:pt x="3421261" y="1934306"/>
                    </a:lnTo>
                    <a:lnTo>
                      <a:pt x="3427254" y="1887453"/>
                    </a:lnTo>
                    <a:lnTo>
                      <a:pt x="3431946" y="1840211"/>
                    </a:lnTo>
                    <a:lnTo>
                      <a:pt x="3435321" y="1792600"/>
                    </a:lnTo>
                    <a:lnTo>
                      <a:pt x="3437359" y="1744637"/>
                    </a:lnTo>
                    <a:lnTo>
                      <a:pt x="3438042" y="1696339"/>
                    </a:lnTo>
                    <a:lnTo>
                      <a:pt x="3437359" y="1648040"/>
                    </a:lnTo>
                    <a:lnTo>
                      <a:pt x="3435321" y="1600077"/>
                    </a:lnTo>
                    <a:lnTo>
                      <a:pt x="3431946" y="1552465"/>
                    </a:lnTo>
                    <a:lnTo>
                      <a:pt x="3427254" y="1505224"/>
                    </a:lnTo>
                    <a:lnTo>
                      <a:pt x="3421261" y="1458371"/>
                    </a:lnTo>
                    <a:lnTo>
                      <a:pt x="3413986" y="1411923"/>
                    </a:lnTo>
                    <a:lnTo>
                      <a:pt x="3405448" y="1365900"/>
                    </a:lnTo>
                    <a:lnTo>
                      <a:pt x="3395664" y="1320318"/>
                    </a:lnTo>
                    <a:lnTo>
                      <a:pt x="3384652" y="1275196"/>
                    </a:lnTo>
                    <a:lnTo>
                      <a:pt x="3372430" y="1230551"/>
                    </a:lnTo>
                    <a:lnTo>
                      <a:pt x="3359018" y="1186402"/>
                    </a:lnTo>
                    <a:lnTo>
                      <a:pt x="3344432" y="1142766"/>
                    </a:lnTo>
                    <a:lnTo>
                      <a:pt x="3328691" y="1099661"/>
                    </a:lnTo>
                    <a:lnTo>
                      <a:pt x="3311813" y="1057106"/>
                    </a:lnTo>
                    <a:lnTo>
                      <a:pt x="3293817" y="1015117"/>
                    </a:lnTo>
                    <a:lnTo>
                      <a:pt x="3274719" y="973714"/>
                    </a:lnTo>
                    <a:lnTo>
                      <a:pt x="3254540" y="932913"/>
                    </a:lnTo>
                    <a:lnTo>
                      <a:pt x="3233296" y="892733"/>
                    </a:lnTo>
                    <a:lnTo>
                      <a:pt x="3211005" y="853192"/>
                    </a:lnTo>
                    <a:lnTo>
                      <a:pt x="3187687" y="814307"/>
                    </a:lnTo>
                    <a:lnTo>
                      <a:pt x="3163359" y="776096"/>
                    </a:lnTo>
                    <a:lnTo>
                      <a:pt x="3138039" y="738578"/>
                    </a:lnTo>
                    <a:lnTo>
                      <a:pt x="3111745" y="701770"/>
                    </a:lnTo>
                    <a:lnTo>
                      <a:pt x="3084495" y="665690"/>
                    </a:lnTo>
                    <a:lnTo>
                      <a:pt x="3056309" y="630357"/>
                    </a:lnTo>
                    <a:lnTo>
                      <a:pt x="3027203" y="595787"/>
                    </a:lnTo>
                    <a:lnTo>
                      <a:pt x="2997196" y="561999"/>
                    </a:lnTo>
                    <a:lnTo>
                      <a:pt x="2966305" y="529010"/>
                    </a:lnTo>
                    <a:lnTo>
                      <a:pt x="2934550" y="496839"/>
                    </a:lnTo>
                    <a:lnTo>
                      <a:pt x="2901949" y="465504"/>
                    </a:lnTo>
                    <a:lnTo>
                      <a:pt x="2868518" y="435022"/>
                    </a:lnTo>
                    <a:lnTo>
                      <a:pt x="2834278" y="405412"/>
                    </a:lnTo>
                    <a:lnTo>
                      <a:pt x="2799245" y="376690"/>
                    </a:lnTo>
                    <a:lnTo>
                      <a:pt x="2763437" y="348876"/>
                    </a:lnTo>
                    <a:lnTo>
                      <a:pt x="2726874" y="321987"/>
                    </a:lnTo>
                    <a:lnTo>
                      <a:pt x="2689573" y="296040"/>
                    </a:lnTo>
                    <a:lnTo>
                      <a:pt x="2651552" y="271055"/>
                    </a:lnTo>
                    <a:lnTo>
                      <a:pt x="2612830" y="247048"/>
                    </a:lnTo>
                    <a:lnTo>
                      <a:pt x="2573424" y="224037"/>
                    </a:lnTo>
                    <a:lnTo>
                      <a:pt x="2533352" y="202042"/>
                    </a:lnTo>
                    <a:lnTo>
                      <a:pt x="2492634" y="181078"/>
                    </a:lnTo>
                    <a:lnTo>
                      <a:pt x="2451286" y="161165"/>
                    </a:lnTo>
                    <a:lnTo>
                      <a:pt x="2409328" y="142320"/>
                    </a:lnTo>
                    <a:lnTo>
                      <a:pt x="2366776" y="124561"/>
                    </a:lnTo>
                    <a:lnTo>
                      <a:pt x="2323650" y="107906"/>
                    </a:lnTo>
                    <a:lnTo>
                      <a:pt x="2279968" y="92373"/>
                    </a:lnTo>
                    <a:lnTo>
                      <a:pt x="2235747" y="77980"/>
                    </a:lnTo>
                    <a:lnTo>
                      <a:pt x="2191006" y="64745"/>
                    </a:lnTo>
                    <a:lnTo>
                      <a:pt x="2145762" y="52685"/>
                    </a:lnTo>
                    <a:lnTo>
                      <a:pt x="2100035" y="41818"/>
                    </a:lnTo>
                    <a:lnTo>
                      <a:pt x="2053842" y="32163"/>
                    </a:lnTo>
                    <a:lnTo>
                      <a:pt x="2007201" y="23737"/>
                    </a:lnTo>
                    <a:lnTo>
                      <a:pt x="1960131" y="16559"/>
                    </a:lnTo>
                    <a:lnTo>
                      <a:pt x="1912649" y="10645"/>
                    </a:lnTo>
                    <a:lnTo>
                      <a:pt x="1864774" y="6015"/>
                    </a:lnTo>
                    <a:lnTo>
                      <a:pt x="1816523" y="2685"/>
                    </a:lnTo>
                    <a:lnTo>
                      <a:pt x="1767916" y="674"/>
                    </a:lnTo>
                    <a:lnTo>
                      <a:pt x="1718970" y="0"/>
                    </a:lnTo>
                    <a:close/>
                  </a:path>
                </a:pathLst>
              </a:custGeom>
              <a:solidFill>
                <a:srgbClr val="007CC5"/>
              </a:solidFill>
            </p:spPr>
            <p:txBody>
              <a:bodyPr wrap="square" lIns="0" tIns="0" rIns="0" bIns="0" rtlCol="0"/>
              <a:lstStyle/>
              <a:p>
                <a:endParaRPr sz="1950"/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1389252" y="1466595"/>
                <a:ext cx="2277110" cy="2247265"/>
              </a:xfrm>
              <a:custGeom>
                <a:avLst/>
                <a:gdLst/>
                <a:ahLst/>
                <a:cxnLst/>
                <a:rect l="l" t="t" r="r" b="b"/>
                <a:pathLst>
                  <a:path w="2277110" h="2247265">
                    <a:moveTo>
                      <a:pt x="1138555" y="0"/>
                    </a:moveTo>
                    <a:lnTo>
                      <a:pt x="1090419" y="985"/>
                    </a:lnTo>
                    <a:lnTo>
                      <a:pt x="1042794" y="3916"/>
                    </a:lnTo>
                    <a:lnTo>
                      <a:pt x="995717" y="8754"/>
                    </a:lnTo>
                    <a:lnTo>
                      <a:pt x="949230" y="15459"/>
                    </a:lnTo>
                    <a:lnTo>
                      <a:pt x="903371" y="23992"/>
                    </a:lnTo>
                    <a:lnTo>
                      <a:pt x="858180" y="34315"/>
                    </a:lnTo>
                    <a:lnTo>
                      <a:pt x="813697" y="46388"/>
                    </a:lnTo>
                    <a:lnTo>
                      <a:pt x="769960" y="60173"/>
                    </a:lnTo>
                    <a:lnTo>
                      <a:pt x="727009" y="75629"/>
                    </a:lnTo>
                    <a:lnTo>
                      <a:pt x="684885" y="92720"/>
                    </a:lnTo>
                    <a:lnTo>
                      <a:pt x="643625" y="111405"/>
                    </a:lnTo>
                    <a:lnTo>
                      <a:pt x="603271" y="131645"/>
                    </a:lnTo>
                    <a:lnTo>
                      <a:pt x="563861" y="153401"/>
                    </a:lnTo>
                    <a:lnTo>
                      <a:pt x="525434" y="176635"/>
                    </a:lnTo>
                    <a:lnTo>
                      <a:pt x="488031" y="201308"/>
                    </a:lnTo>
                    <a:lnTo>
                      <a:pt x="451690" y="227380"/>
                    </a:lnTo>
                    <a:lnTo>
                      <a:pt x="416452" y="254812"/>
                    </a:lnTo>
                    <a:lnTo>
                      <a:pt x="382356" y="283565"/>
                    </a:lnTo>
                    <a:lnTo>
                      <a:pt x="349440" y="313602"/>
                    </a:lnTo>
                    <a:lnTo>
                      <a:pt x="317746" y="344881"/>
                    </a:lnTo>
                    <a:lnTo>
                      <a:pt x="287311" y="377365"/>
                    </a:lnTo>
                    <a:lnTo>
                      <a:pt x="258177" y="411014"/>
                    </a:lnTo>
                    <a:lnTo>
                      <a:pt x="230381" y="445790"/>
                    </a:lnTo>
                    <a:lnTo>
                      <a:pt x="203964" y="481653"/>
                    </a:lnTo>
                    <a:lnTo>
                      <a:pt x="178965" y="518564"/>
                    </a:lnTo>
                    <a:lnTo>
                      <a:pt x="155424" y="556485"/>
                    </a:lnTo>
                    <a:lnTo>
                      <a:pt x="133380" y="595377"/>
                    </a:lnTo>
                    <a:lnTo>
                      <a:pt x="112872" y="635199"/>
                    </a:lnTo>
                    <a:lnTo>
                      <a:pt x="93941" y="675914"/>
                    </a:lnTo>
                    <a:lnTo>
                      <a:pt x="76625" y="717483"/>
                    </a:lnTo>
                    <a:lnTo>
                      <a:pt x="60965" y="759866"/>
                    </a:lnTo>
                    <a:lnTo>
                      <a:pt x="46998" y="803024"/>
                    </a:lnTo>
                    <a:lnTo>
                      <a:pt x="34766" y="846919"/>
                    </a:lnTo>
                    <a:lnTo>
                      <a:pt x="24308" y="891511"/>
                    </a:lnTo>
                    <a:lnTo>
                      <a:pt x="15662" y="936762"/>
                    </a:lnTo>
                    <a:lnTo>
                      <a:pt x="8869" y="982632"/>
                    </a:lnTo>
                    <a:lnTo>
                      <a:pt x="3968" y="1029082"/>
                    </a:lnTo>
                    <a:lnTo>
                      <a:pt x="998" y="1076074"/>
                    </a:lnTo>
                    <a:lnTo>
                      <a:pt x="0" y="1123568"/>
                    </a:lnTo>
                    <a:lnTo>
                      <a:pt x="998" y="1171063"/>
                    </a:lnTo>
                    <a:lnTo>
                      <a:pt x="3968" y="1218054"/>
                    </a:lnTo>
                    <a:lnTo>
                      <a:pt x="8869" y="1264503"/>
                    </a:lnTo>
                    <a:lnTo>
                      <a:pt x="15662" y="1310371"/>
                    </a:lnTo>
                    <a:lnTo>
                      <a:pt x="24308" y="1355620"/>
                    </a:lnTo>
                    <a:lnTo>
                      <a:pt x="34766" y="1400210"/>
                    </a:lnTo>
                    <a:lnTo>
                      <a:pt x="46998" y="1444102"/>
                    </a:lnTo>
                    <a:lnTo>
                      <a:pt x="60965" y="1487257"/>
                    </a:lnTo>
                    <a:lnTo>
                      <a:pt x="76625" y="1529637"/>
                    </a:lnTo>
                    <a:lnTo>
                      <a:pt x="93941" y="1571202"/>
                    </a:lnTo>
                    <a:lnTo>
                      <a:pt x="112872" y="1611913"/>
                    </a:lnTo>
                    <a:lnTo>
                      <a:pt x="133380" y="1651732"/>
                    </a:lnTo>
                    <a:lnTo>
                      <a:pt x="155424" y="1690619"/>
                    </a:lnTo>
                    <a:lnTo>
                      <a:pt x="178965" y="1728535"/>
                    </a:lnTo>
                    <a:lnTo>
                      <a:pt x="203964" y="1765442"/>
                    </a:lnTo>
                    <a:lnTo>
                      <a:pt x="230381" y="1801301"/>
                    </a:lnTo>
                    <a:lnTo>
                      <a:pt x="258177" y="1836072"/>
                    </a:lnTo>
                    <a:lnTo>
                      <a:pt x="287311" y="1869716"/>
                    </a:lnTo>
                    <a:lnTo>
                      <a:pt x="317746" y="1902195"/>
                    </a:lnTo>
                    <a:lnTo>
                      <a:pt x="349440" y="1933470"/>
                    </a:lnTo>
                    <a:lnTo>
                      <a:pt x="382356" y="1963501"/>
                    </a:lnTo>
                    <a:lnTo>
                      <a:pt x="416452" y="1992250"/>
                    </a:lnTo>
                    <a:lnTo>
                      <a:pt x="451690" y="2019677"/>
                    </a:lnTo>
                    <a:lnTo>
                      <a:pt x="488031" y="2045744"/>
                    </a:lnTo>
                    <a:lnTo>
                      <a:pt x="525434" y="2070412"/>
                    </a:lnTo>
                    <a:lnTo>
                      <a:pt x="563861" y="2093642"/>
                    </a:lnTo>
                    <a:lnTo>
                      <a:pt x="603271" y="2115394"/>
                    </a:lnTo>
                    <a:lnTo>
                      <a:pt x="643625" y="2135630"/>
                    </a:lnTo>
                    <a:lnTo>
                      <a:pt x="684885" y="2154311"/>
                    </a:lnTo>
                    <a:lnTo>
                      <a:pt x="727009" y="2171398"/>
                    </a:lnTo>
                    <a:lnTo>
                      <a:pt x="769960" y="2186851"/>
                    </a:lnTo>
                    <a:lnTo>
                      <a:pt x="813697" y="2200633"/>
                    </a:lnTo>
                    <a:lnTo>
                      <a:pt x="858180" y="2212703"/>
                    </a:lnTo>
                    <a:lnTo>
                      <a:pt x="903371" y="2223024"/>
                    </a:lnTo>
                    <a:lnTo>
                      <a:pt x="949230" y="2231555"/>
                    </a:lnTo>
                    <a:lnTo>
                      <a:pt x="995717" y="2238258"/>
                    </a:lnTo>
                    <a:lnTo>
                      <a:pt x="1042794" y="2243095"/>
                    </a:lnTo>
                    <a:lnTo>
                      <a:pt x="1090419" y="2246025"/>
                    </a:lnTo>
                    <a:lnTo>
                      <a:pt x="1138555" y="2247010"/>
                    </a:lnTo>
                    <a:lnTo>
                      <a:pt x="1186681" y="2246025"/>
                    </a:lnTo>
                    <a:lnTo>
                      <a:pt x="1234298" y="2243095"/>
                    </a:lnTo>
                    <a:lnTo>
                      <a:pt x="1281367" y="2238258"/>
                    </a:lnTo>
                    <a:lnTo>
                      <a:pt x="1327847" y="2231555"/>
                    </a:lnTo>
                    <a:lnTo>
                      <a:pt x="1373701" y="2223024"/>
                    </a:lnTo>
                    <a:lnTo>
                      <a:pt x="1418887" y="2212703"/>
                    </a:lnTo>
                    <a:lnTo>
                      <a:pt x="1463366" y="2200633"/>
                    </a:lnTo>
                    <a:lnTo>
                      <a:pt x="1507100" y="2186851"/>
                    </a:lnTo>
                    <a:lnTo>
                      <a:pt x="1550048" y="2171398"/>
                    </a:lnTo>
                    <a:lnTo>
                      <a:pt x="1592170" y="2154311"/>
                    </a:lnTo>
                    <a:lnTo>
                      <a:pt x="1633428" y="2135630"/>
                    </a:lnTo>
                    <a:lnTo>
                      <a:pt x="1673782" y="2115394"/>
                    </a:lnTo>
                    <a:lnTo>
                      <a:pt x="1713192" y="2093642"/>
                    </a:lnTo>
                    <a:lnTo>
                      <a:pt x="1751619" y="2070412"/>
                    </a:lnTo>
                    <a:lnTo>
                      <a:pt x="1789023" y="2045744"/>
                    </a:lnTo>
                    <a:lnTo>
                      <a:pt x="1825364" y="2019677"/>
                    </a:lnTo>
                    <a:lnTo>
                      <a:pt x="1860604" y="1992250"/>
                    </a:lnTo>
                    <a:lnTo>
                      <a:pt x="1894702" y="1963501"/>
                    </a:lnTo>
                    <a:lnTo>
                      <a:pt x="1927620" y="1933470"/>
                    </a:lnTo>
                    <a:lnTo>
                      <a:pt x="1959317" y="1902195"/>
                    </a:lnTo>
                    <a:lnTo>
                      <a:pt x="1989754" y="1869716"/>
                    </a:lnTo>
                    <a:lnTo>
                      <a:pt x="2018892" y="1836072"/>
                    </a:lnTo>
                    <a:lnTo>
                      <a:pt x="2046690" y="1801301"/>
                    </a:lnTo>
                    <a:lnTo>
                      <a:pt x="2073110" y="1765442"/>
                    </a:lnTo>
                    <a:lnTo>
                      <a:pt x="2098112" y="1728535"/>
                    </a:lnTo>
                    <a:lnTo>
                      <a:pt x="2121657" y="1690619"/>
                    </a:lnTo>
                    <a:lnTo>
                      <a:pt x="2143704" y="1651732"/>
                    </a:lnTo>
                    <a:lnTo>
                      <a:pt x="2164215" y="1611913"/>
                    </a:lnTo>
                    <a:lnTo>
                      <a:pt x="2183149" y="1571202"/>
                    </a:lnTo>
                    <a:lnTo>
                      <a:pt x="2200468" y="1529637"/>
                    </a:lnTo>
                    <a:lnTo>
                      <a:pt x="2216132" y="1487257"/>
                    </a:lnTo>
                    <a:lnTo>
                      <a:pt x="2230101" y="1444102"/>
                    </a:lnTo>
                    <a:lnTo>
                      <a:pt x="2242335" y="1400210"/>
                    </a:lnTo>
                    <a:lnTo>
                      <a:pt x="2252796" y="1355620"/>
                    </a:lnTo>
                    <a:lnTo>
                      <a:pt x="2261443" y="1310371"/>
                    </a:lnTo>
                    <a:lnTo>
                      <a:pt x="2268238" y="1264503"/>
                    </a:lnTo>
                    <a:lnTo>
                      <a:pt x="2273140" y="1218054"/>
                    </a:lnTo>
                    <a:lnTo>
                      <a:pt x="2276111" y="1171063"/>
                    </a:lnTo>
                    <a:lnTo>
                      <a:pt x="2277110" y="1123568"/>
                    </a:lnTo>
                    <a:lnTo>
                      <a:pt x="2276111" y="1076074"/>
                    </a:lnTo>
                    <a:lnTo>
                      <a:pt x="2273140" y="1029082"/>
                    </a:lnTo>
                    <a:lnTo>
                      <a:pt x="2268238" y="982632"/>
                    </a:lnTo>
                    <a:lnTo>
                      <a:pt x="2261443" y="936762"/>
                    </a:lnTo>
                    <a:lnTo>
                      <a:pt x="2252796" y="891511"/>
                    </a:lnTo>
                    <a:lnTo>
                      <a:pt x="2242335" y="846919"/>
                    </a:lnTo>
                    <a:lnTo>
                      <a:pt x="2230101" y="803024"/>
                    </a:lnTo>
                    <a:lnTo>
                      <a:pt x="2216132" y="759866"/>
                    </a:lnTo>
                    <a:lnTo>
                      <a:pt x="2200468" y="717483"/>
                    </a:lnTo>
                    <a:lnTo>
                      <a:pt x="2183149" y="675914"/>
                    </a:lnTo>
                    <a:lnTo>
                      <a:pt x="2164215" y="635199"/>
                    </a:lnTo>
                    <a:lnTo>
                      <a:pt x="2143704" y="595377"/>
                    </a:lnTo>
                    <a:lnTo>
                      <a:pt x="2121657" y="556485"/>
                    </a:lnTo>
                    <a:lnTo>
                      <a:pt x="2098112" y="518564"/>
                    </a:lnTo>
                    <a:lnTo>
                      <a:pt x="2073110" y="481653"/>
                    </a:lnTo>
                    <a:lnTo>
                      <a:pt x="2046690" y="445790"/>
                    </a:lnTo>
                    <a:lnTo>
                      <a:pt x="2018892" y="411014"/>
                    </a:lnTo>
                    <a:lnTo>
                      <a:pt x="1989754" y="377365"/>
                    </a:lnTo>
                    <a:lnTo>
                      <a:pt x="1959317" y="344881"/>
                    </a:lnTo>
                    <a:lnTo>
                      <a:pt x="1927620" y="313602"/>
                    </a:lnTo>
                    <a:lnTo>
                      <a:pt x="1894702" y="283565"/>
                    </a:lnTo>
                    <a:lnTo>
                      <a:pt x="1860604" y="254812"/>
                    </a:lnTo>
                    <a:lnTo>
                      <a:pt x="1825364" y="227380"/>
                    </a:lnTo>
                    <a:lnTo>
                      <a:pt x="1789023" y="201308"/>
                    </a:lnTo>
                    <a:lnTo>
                      <a:pt x="1751619" y="176635"/>
                    </a:lnTo>
                    <a:lnTo>
                      <a:pt x="1713192" y="153401"/>
                    </a:lnTo>
                    <a:lnTo>
                      <a:pt x="1673782" y="131645"/>
                    </a:lnTo>
                    <a:lnTo>
                      <a:pt x="1633428" y="111405"/>
                    </a:lnTo>
                    <a:lnTo>
                      <a:pt x="1592170" y="92720"/>
                    </a:lnTo>
                    <a:lnTo>
                      <a:pt x="1550048" y="75629"/>
                    </a:lnTo>
                    <a:lnTo>
                      <a:pt x="1507100" y="60173"/>
                    </a:lnTo>
                    <a:lnTo>
                      <a:pt x="1463366" y="46388"/>
                    </a:lnTo>
                    <a:lnTo>
                      <a:pt x="1418887" y="34315"/>
                    </a:lnTo>
                    <a:lnTo>
                      <a:pt x="1373701" y="23992"/>
                    </a:lnTo>
                    <a:lnTo>
                      <a:pt x="1327847" y="15459"/>
                    </a:lnTo>
                    <a:lnTo>
                      <a:pt x="1281367" y="8754"/>
                    </a:lnTo>
                    <a:lnTo>
                      <a:pt x="1234298" y="3916"/>
                    </a:lnTo>
                    <a:lnTo>
                      <a:pt x="1186681" y="985"/>
                    </a:lnTo>
                    <a:lnTo>
                      <a:pt x="1138555" y="0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950"/>
              </a:p>
            </p:txBody>
          </p:sp>
          <p:sp>
            <p:nvSpPr>
              <p:cNvPr id="7" name="object 7"/>
              <p:cNvSpPr/>
              <p:nvPr/>
            </p:nvSpPr>
            <p:spPr>
              <a:xfrm>
                <a:off x="2029967" y="2106675"/>
                <a:ext cx="1026794" cy="1013460"/>
              </a:xfrm>
              <a:custGeom>
                <a:avLst/>
                <a:gdLst/>
                <a:ahLst/>
                <a:cxnLst/>
                <a:rect l="l" t="t" r="r" b="b"/>
                <a:pathLst>
                  <a:path w="1026794" h="1013460">
                    <a:moveTo>
                      <a:pt x="513206" y="0"/>
                    </a:moveTo>
                    <a:lnTo>
                      <a:pt x="463777" y="2319"/>
                    </a:lnTo>
                    <a:lnTo>
                      <a:pt x="415678" y="9135"/>
                    </a:lnTo>
                    <a:lnTo>
                      <a:pt x="369124" y="20236"/>
                    </a:lnTo>
                    <a:lnTo>
                      <a:pt x="324330" y="35409"/>
                    </a:lnTo>
                    <a:lnTo>
                      <a:pt x="281511" y="54443"/>
                    </a:lnTo>
                    <a:lnTo>
                      <a:pt x="240883" y="77125"/>
                    </a:lnTo>
                    <a:lnTo>
                      <a:pt x="202659" y="103243"/>
                    </a:lnTo>
                    <a:lnTo>
                      <a:pt x="167056" y="132585"/>
                    </a:lnTo>
                    <a:lnTo>
                      <a:pt x="134288" y="164939"/>
                    </a:lnTo>
                    <a:lnTo>
                      <a:pt x="104569" y="200092"/>
                    </a:lnTo>
                    <a:lnTo>
                      <a:pt x="78116" y="237833"/>
                    </a:lnTo>
                    <a:lnTo>
                      <a:pt x="55143" y="277949"/>
                    </a:lnTo>
                    <a:lnTo>
                      <a:pt x="35865" y="320228"/>
                    </a:lnTo>
                    <a:lnTo>
                      <a:pt x="20496" y="364457"/>
                    </a:lnTo>
                    <a:lnTo>
                      <a:pt x="9252" y="410426"/>
                    </a:lnTo>
                    <a:lnTo>
                      <a:pt x="2349" y="457920"/>
                    </a:lnTo>
                    <a:lnTo>
                      <a:pt x="0" y="506730"/>
                    </a:lnTo>
                    <a:lnTo>
                      <a:pt x="2349" y="555517"/>
                    </a:lnTo>
                    <a:lnTo>
                      <a:pt x="9252" y="602994"/>
                    </a:lnTo>
                    <a:lnTo>
                      <a:pt x="20496" y="648946"/>
                    </a:lnTo>
                    <a:lnTo>
                      <a:pt x="35865" y="693161"/>
                    </a:lnTo>
                    <a:lnTo>
                      <a:pt x="55143" y="735428"/>
                    </a:lnTo>
                    <a:lnTo>
                      <a:pt x="78116" y="775533"/>
                    </a:lnTo>
                    <a:lnTo>
                      <a:pt x="104569" y="813265"/>
                    </a:lnTo>
                    <a:lnTo>
                      <a:pt x="134288" y="848412"/>
                    </a:lnTo>
                    <a:lnTo>
                      <a:pt x="167056" y="880760"/>
                    </a:lnTo>
                    <a:lnTo>
                      <a:pt x="202659" y="910098"/>
                    </a:lnTo>
                    <a:lnTo>
                      <a:pt x="240883" y="936212"/>
                    </a:lnTo>
                    <a:lnTo>
                      <a:pt x="281511" y="958892"/>
                    </a:lnTo>
                    <a:lnTo>
                      <a:pt x="324330" y="977924"/>
                    </a:lnTo>
                    <a:lnTo>
                      <a:pt x="369124" y="993097"/>
                    </a:lnTo>
                    <a:lnTo>
                      <a:pt x="415678" y="1004197"/>
                    </a:lnTo>
                    <a:lnTo>
                      <a:pt x="463777" y="1011013"/>
                    </a:lnTo>
                    <a:lnTo>
                      <a:pt x="513206" y="1013332"/>
                    </a:lnTo>
                    <a:lnTo>
                      <a:pt x="562616" y="1011013"/>
                    </a:lnTo>
                    <a:lnTo>
                      <a:pt x="610700" y="1004197"/>
                    </a:lnTo>
                    <a:lnTo>
                      <a:pt x="657244" y="993097"/>
                    </a:lnTo>
                    <a:lnTo>
                      <a:pt x="702031" y="977924"/>
                    </a:lnTo>
                    <a:lnTo>
                      <a:pt x="744846" y="958892"/>
                    </a:lnTo>
                    <a:lnTo>
                      <a:pt x="785474" y="936212"/>
                    </a:lnTo>
                    <a:lnTo>
                      <a:pt x="823699" y="910098"/>
                    </a:lnTo>
                    <a:lnTo>
                      <a:pt x="859307" y="880760"/>
                    </a:lnTo>
                    <a:lnTo>
                      <a:pt x="892081" y="848412"/>
                    </a:lnTo>
                    <a:lnTo>
                      <a:pt x="921806" y="813265"/>
                    </a:lnTo>
                    <a:lnTo>
                      <a:pt x="948266" y="775533"/>
                    </a:lnTo>
                    <a:lnTo>
                      <a:pt x="971247" y="735428"/>
                    </a:lnTo>
                    <a:lnTo>
                      <a:pt x="990532" y="693161"/>
                    </a:lnTo>
                    <a:lnTo>
                      <a:pt x="1005907" y="648946"/>
                    </a:lnTo>
                    <a:lnTo>
                      <a:pt x="1017156" y="602994"/>
                    </a:lnTo>
                    <a:lnTo>
                      <a:pt x="1024063" y="555517"/>
                    </a:lnTo>
                    <a:lnTo>
                      <a:pt x="1026413" y="506730"/>
                    </a:lnTo>
                    <a:lnTo>
                      <a:pt x="1024063" y="457920"/>
                    </a:lnTo>
                    <a:lnTo>
                      <a:pt x="1017156" y="410426"/>
                    </a:lnTo>
                    <a:lnTo>
                      <a:pt x="1005907" y="364457"/>
                    </a:lnTo>
                    <a:lnTo>
                      <a:pt x="990532" y="320228"/>
                    </a:lnTo>
                    <a:lnTo>
                      <a:pt x="971247" y="277949"/>
                    </a:lnTo>
                    <a:lnTo>
                      <a:pt x="948266" y="237833"/>
                    </a:lnTo>
                    <a:lnTo>
                      <a:pt x="921806" y="200092"/>
                    </a:lnTo>
                    <a:lnTo>
                      <a:pt x="892081" y="164939"/>
                    </a:lnTo>
                    <a:lnTo>
                      <a:pt x="859307" y="132585"/>
                    </a:lnTo>
                    <a:lnTo>
                      <a:pt x="823699" y="103243"/>
                    </a:lnTo>
                    <a:lnTo>
                      <a:pt x="785474" y="77125"/>
                    </a:lnTo>
                    <a:lnTo>
                      <a:pt x="744846" y="54443"/>
                    </a:lnTo>
                    <a:lnTo>
                      <a:pt x="702031" y="35409"/>
                    </a:lnTo>
                    <a:lnTo>
                      <a:pt x="657244" y="20236"/>
                    </a:lnTo>
                    <a:lnTo>
                      <a:pt x="610700" y="9135"/>
                    </a:lnTo>
                    <a:lnTo>
                      <a:pt x="562616" y="2319"/>
                    </a:lnTo>
                    <a:lnTo>
                      <a:pt x="513206" y="0"/>
                    </a:lnTo>
                    <a:close/>
                  </a:path>
                </a:pathLst>
              </a:custGeom>
              <a:solidFill>
                <a:srgbClr val="FFEB33"/>
              </a:solidFill>
            </p:spPr>
            <p:txBody>
              <a:bodyPr wrap="square" lIns="0" tIns="0" rIns="0" bIns="0" rtlCol="0"/>
              <a:lstStyle/>
              <a:p>
                <a:endParaRPr sz="1950"/>
              </a:p>
            </p:txBody>
          </p:sp>
        </p:grpSp>
        <p:sp>
          <p:nvSpPr>
            <p:cNvPr id="8" name="object 8"/>
            <p:cNvSpPr txBox="1"/>
            <p:nvPr/>
          </p:nvSpPr>
          <p:spPr>
            <a:xfrm>
              <a:off x="4579598" y="2432071"/>
              <a:ext cx="269663" cy="163933"/>
            </a:xfrm>
            <a:prstGeom prst="rect">
              <a:avLst/>
            </a:prstGeom>
          </p:spPr>
          <p:txBody>
            <a:bodyPr vert="horz" wrap="square" lIns="0" tIns="13758" rIns="0" bIns="0" rtlCol="0">
              <a:spAutoFit/>
            </a:bodyPr>
            <a:lstStyle/>
            <a:p>
              <a:pPr>
                <a:spcBef>
                  <a:spcPts val="108"/>
                </a:spcBef>
              </a:pPr>
              <a:r>
                <a:rPr sz="975" b="1" spc="-11" dirty="0">
                  <a:latin typeface="Calibri"/>
                  <a:cs typeface="Calibri"/>
                </a:rPr>
                <a:t>Agile</a:t>
              </a:r>
              <a:endParaRPr sz="975">
                <a:latin typeface="Calibri"/>
                <a:cs typeface="Calibri"/>
              </a:endParaRPr>
            </a:p>
          </p:txBody>
        </p:sp>
        <p:sp>
          <p:nvSpPr>
            <p:cNvPr id="9" name="object 9"/>
            <p:cNvSpPr txBox="1"/>
            <p:nvPr/>
          </p:nvSpPr>
          <p:spPr>
            <a:xfrm>
              <a:off x="4663111" y="3747312"/>
              <a:ext cx="365284" cy="163933"/>
            </a:xfrm>
            <a:prstGeom prst="rect">
              <a:avLst/>
            </a:prstGeom>
          </p:spPr>
          <p:txBody>
            <a:bodyPr vert="horz" wrap="square" lIns="0" tIns="13758" rIns="0" bIns="0" rtlCol="0">
              <a:spAutoFit/>
            </a:bodyPr>
            <a:lstStyle/>
            <a:p>
              <a:pPr>
                <a:spcBef>
                  <a:spcPts val="108"/>
                </a:spcBef>
              </a:pPr>
              <a:r>
                <a:rPr sz="975" b="1" spc="-22" dirty="0">
                  <a:latin typeface="Calibri"/>
                  <a:cs typeface="Calibri"/>
                </a:rPr>
                <a:t>MFDM</a:t>
              </a:r>
              <a:endParaRPr sz="975">
                <a:latin typeface="Calibri"/>
                <a:cs typeface="Calibri"/>
              </a:endParaRPr>
            </a:p>
          </p:txBody>
        </p:sp>
        <p:pic>
          <p:nvPicPr>
            <p:cNvPr id="10" name="object 10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939793" y="3730306"/>
              <a:ext cx="238568" cy="261684"/>
            </a:xfrm>
            <a:prstGeom prst="rect">
              <a:avLst/>
            </a:prstGeom>
          </p:spPr>
        </p:pic>
        <p:sp>
          <p:nvSpPr>
            <p:cNvPr id="11" name="object 11"/>
            <p:cNvSpPr txBox="1"/>
            <p:nvPr/>
          </p:nvSpPr>
          <p:spPr>
            <a:xfrm>
              <a:off x="1248816" y="2377588"/>
              <a:ext cx="674158" cy="148022"/>
            </a:xfrm>
            <a:prstGeom prst="rect">
              <a:avLst/>
            </a:prstGeom>
          </p:spPr>
          <p:txBody>
            <a:bodyPr vert="horz" wrap="square" lIns="0" tIns="14446" rIns="0" bIns="0" rtlCol="0">
              <a:spAutoFit/>
            </a:bodyPr>
            <a:lstStyle/>
            <a:p>
              <a:pPr>
                <a:spcBef>
                  <a:spcPts val="114"/>
                </a:spcBef>
              </a:pPr>
              <a:r>
                <a:rPr sz="867" b="1" spc="-11" dirty="0">
                  <a:solidFill>
                    <a:srgbClr val="FFFFFF"/>
                  </a:solidFill>
                  <a:latin typeface="Calibri"/>
                  <a:cs typeface="Calibri"/>
                </a:rPr>
                <a:t>Accountability</a:t>
              </a:r>
              <a:endParaRPr sz="867">
                <a:latin typeface="Calibri"/>
                <a:cs typeface="Calibri"/>
              </a:endParaRPr>
            </a:p>
          </p:txBody>
        </p:sp>
        <p:sp>
          <p:nvSpPr>
            <p:cNvPr id="12" name="object 12"/>
            <p:cNvSpPr txBox="1"/>
            <p:nvPr/>
          </p:nvSpPr>
          <p:spPr>
            <a:xfrm>
              <a:off x="574877" y="2421202"/>
              <a:ext cx="308187" cy="163933"/>
            </a:xfrm>
            <a:prstGeom prst="rect">
              <a:avLst/>
            </a:prstGeom>
          </p:spPr>
          <p:txBody>
            <a:bodyPr vert="horz" wrap="square" lIns="0" tIns="13758" rIns="0" bIns="0" rtlCol="0">
              <a:spAutoFit/>
            </a:bodyPr>
            <a:lstStyle/>
            <a:p>
              <a:pPr>
                <a:spcBef>
                  <a:spcPts val="108"/>
                </a:spcBef>
              </a:pPr>
              <a:r>
                <a:rPr sz="975" b="1" spc="-11" dirty="0">
                  <a:latin typeface="Calibri"/>
                  <a:cs typeface="Calibri"/>
                </a:rPr>
                <a:t>Cloud</a:t>
              </a:r>
              <a:endParaRPr sz="975">
                <a:latin typeface="Calibri"/>
                <a:cs typeface="Calibri"/>
              </a:endParaRPr>
            </a:p>
          </p:txBody>
        </p:sp>
        <p:sp>
          <p:nvSpPr>
            <p:cNvPr id="13" name="object 13"/>
            <p:cNvSpPr txBox="1"/>
            <p:nvPr/>
          </p:nvSpPr>
          <p:spPr>
            <a:xfrm>
              <a:off x="2423669" y="2648352"/>
              <a:ext cx="661088" cy="269262"/>
            </a:xfrm>
            <a:prstGeom prst="rect">
              <a:avLst/>
            </a:prstGeom>
          </p:spPr>
          <p:txBody>
            <a:bodyPr vert="horz" wrap="square" lIns="0" tIns="35772" rIns="0" bIns="0" rtlCol="0">
              <a:spAutoFit/>
            </a:bodyPr>
            <a:lstStyle/>
            <a:p>
              <a:pPr marL="60535" marR="5503" indent="-61223">
                <a:lnSpc>
                  <a:spcPts val="932"/>
                </a:lnSpc>
                <a:spcBef>
                  <a:spcPts val="282"/>
                </a:spcBef>
              </a:pPr>
              <a:r>
                <a:rPr sz="921" b="1" spc="-11" dirty="0">
                  <a:solidFill>
                    <a:srgbClr val="FFFFFF"/>
                  </a:solidFill>
                  <a:latin typeface="Calibri"/>
                  <a:cs typeface="Calibri"/>
                </a:rPr>
                <a:t>Research</a:t>
              </a:r>
              <a:r>
                <a:rPr sz="921" b="1" spc="22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921" b="1" spc="-27" dirty="0">
                  <a:solidFill>
                    <a:srgbClr val="FFFFFF"/>
                  </a:solidFill>
                  <a:latin typeface="Calibri"/>
                  <a:cs typeface="Calibri"/>
                </a:rPr>
                <a:t>and</a:t>
              </a:r>
              <a:r>
                <a:rPr sz="921" b="1" spc="542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921" b="1" spc="-11" dirty="0">
                  <a:solidFill>
                    <a:srgbClr val="FFFFFF"/>
                  </a:solidFill>
                  <a:latin typeface="Calibri"/>
                  <a:cs typeface="Calibri"/>
                </a:rPr>
                <a:t>innovation</a:t>
              </a:r>
              <a:endParaRPr sz="921">
                <a:latin typeface="Calibri"/>
                <a:cs typeface="Calibri"/>
              </a:endParaRPr>
            </a:p>
          </p:txBody>
        </p:sp>
        <p:sp>
          <p:nvSpPr>
            <p:cNvPr id="14" name="object 14"/>
            <p:cNvSpPr txBox="1"/>
            <p:nvPr/>
          </p:nvSpPr>
          <p:spPr>
            <a:xfrm>
              <a:off x="3883151" y="3796842"/>
              <a:ext cx="559964" cy="381493"/>
            </a:xfrm>
            <a:prstGeom prst="rect">
              <a:avLst/>
            </a:prstGeom>
          </p:spPr>
          <p:txBody>
            <a:bodyPr vert="horz" wrap="square" lIns="0" tIns="34396" rIns="0" bIns="0" rtlCol="0">
              <a:spAutoFit/>
            </a:bodyPr>
            <a:lstStyle/>
            <a:p>
              <a:pPr marR="5503" indent="688" algn="ctr">
                <a:lnSpc>
                  <a:spcPts val="887"/>
                </a:lnSpc>
                <a:spcBef>
                  <a:spcPts val="271"/>
                </a:spcBef>
              </a:pPr>
              <a:r>
                <a:rPr sz="867" b="1" spc="-22" dirty="0">
                  <a:solidFill>
                    <a:srgbClr val="FFFFFF"/>
                  </a:solidFill>
                  <a:latin typeface="Calibri"/>
                  <a:cs typeface="Calibri"/>
                </a:rPr>
                <a:t>Full</a:t>
              </a:r>
              <a:r>
                <a:rPr sz="867" b="1" spc="542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867" b="1" spc="-11" dirty="0">
                  <a:solidFill>
                    <a:srgbClr val="FFFFFF"/>
                  </a:solidFill>
                  <a:latin typeface="Calibri"/>
                  <a:cs typeface="Calibri"/>
                </a:rPr>
                <a:t>stakeholder</a:t>
              </a:r>
              <a:r>
                <a:rPr sz="867" b="1" spc="542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867" b="1" spc="-11" dirty="0">
                  <a:solidFill>
                    <a:srgbClr val="FFFFFF"/>
                  </a:solidFill>
                  <a:latin typeface="Calibri"/>
                  <a:cs typeface="Calibri"/>
                </a:rPr>
                <a:t>coverage</a:t>
              </a:r>
              <a:endParaRPr sz="867">
                <a:latin typeface="Calibri"/>
                <a:cs typeface="Calibri"/>
              </a:endParaRPr>
            </a:p>
          </p:txBody>
        </p:sp>
        <p:sp>
          <p:nvSpPr>
            <p:cNvPr id="15" name="object 15"/>
            <p:cNvSpPr txBox="1"/>
            <p:nvPr/>
          </p:nvSpPr>
          <p:spPr>
            <a:xfrm>
              <a:off x="1100887" y="1398215"/>
              <a:ext cx="257281" cy="163933"/>
            </a:xfrm>
            <a:prstGeom prst="rect">
              <a:avLst/>
            </a:prstGeom>
          </p:spPr>
          <p:txBody>
            <a:bodyPr vert="horz" wrap="square" lIns="0" tIns="13758" rIns="0" bIns="0" rtlCol="0">
              <a:spAutoFit/>
            </a:bodyPr>
            <a:lstStyle/>
            <a:p>
              <a:pPr>
                <a:spcBef>
                  <a:spcPts val="108"/>
                </a:spcBef>
              </a:pPr>
              <a:r>
                <a:rPr sz="975" b="1" spc="-22" dirty="0">
                  <a:latin typeface="Calibri"/>
                  <a:cs typeface="Calibri"/>
                </a:rPr>
                <a:t>Data</a:t>
              </a:r>
              <a:endParaRPr sz="975">
                <a:latin typeface="Calibri"/>
                <a:cs typeface="Calibri"/>
              </a:endParaRPr>
            </a:p>
          </p:txBody>
        </p:sp>
        <p:sp>
          <p:nvSpPr>
            <p:cNvPr id="16" name="object 16"/>
            <p:cNvSpPr txBox="1"/>
            <p:nvPr/>
          </p:nvSpPr>
          <p:spPr>
            <a:xfrm>
              <a:off x="999845" y="3818224"/>
              <a:ext cx="518689" cy="265383"/>
            </a:xfrm>
            <a:prstGeom prst="rect">
              <a:avLst/>
            </a:prstGeom>
          </p:spPr>
          <p:txBody>
            <a:bodyPr vert="horz" wrap="square" lIns="0" tIns="33708" rIns="0" bIns="0" rtlCol="0">
              <a:spAutoFit/>
            </a:bodyPr>
            <a:lstStyle/>
            <a:p>
              <a:pPr marR="5503" indent="2752">
                <a:lnSpc>
                  <a:spcPts val="887"/>
                </a:lnSpc>
                <a:spcBef>
                  <a:spcPts val="265"/>
                </a:spcBef>
              </a:pPr>
              <a:r>
                <a:rPr sz="867" b="1" spc="-11" dirty="0">
                  <a:solidFill>
                    <a:srgbClr val="FFFFFF"/>
                  </a:solidFill>
                  <a:latin typeface="Calibri"/>
                  <a:cs typeface="Calibri"/>
                </a:rPr>
                <a:t>Contextual</a:t>
              </a:r>
              <a:r>
                <a:rPr sz="867" b="1" spc="542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867" b="1" spc="-11" dirty="0">
                  <a:solidFill>
                    <a:srgbClr val="FFFFFF"/>
                  </a:solidFill>
                  <a:latin typeface="Calibri"/>
                  <a:cs typeface="Calibri"/>
                </a:rPr>
                <a:t>knowledge</a:t>
              </a:r>
              <a:endParaRPr sz="867">
                <a:latin typeface="Calibri"/>
                <a:cs typeface="Calibri"/>
              </a:endParaRPr>
            </a:p>
          </p:txBody>
        </p:sp>
        <p:sp>
          <p:nvSpPr>
            <p:cNvPr id="17" name="object 17"/>
            <p:cNvSpPr txBox="1"/>
            <p:nvPr/>
          </p:nvSpPr>
          <p:spPr>
            <a:xfrm>
              <a:off x="1589912" y="3508523"/>
              <a:ext cx="663840" cy="269957"/>
            </a:xfrm>
            <a:prstGeom prst="rect">
              <a:avLst/>
            </a:prstGeom>
          </p:spPr>
          <p:txBody>
            <a:bodyPr vert="horz" wrap="square" lIns="0" tIns="36460" rIns="0" bIns="0" rtlCol="0">
              <a:spAutoFit/>
            </a:bodyPr>
            <a:lstStyle/>
            <a:p>
              <a:pPr marR="5503" indent="171286">
                <a:lnSpc>
                  <a:spcPts val="932"/>
                </a:lnSpc>
                <a:spcBef>
                  <a:spcPts val="287"/>
                </a:spcBef>
              </a:pPr>
              <a:r>
                <a:rPr sz="921" b="1" spc="-11" dirty="0">
                  <a:solidFill>
                    <a:srgbClr val="FFFFFF"/>
                  </a:solidFill>
                  <a:latin typeface="Calibri"/>
                  <a:cs typeface="Calibri"/>
                </a:rPr>
                <a:t>Talent</a:t>
              </a:r>
              <a:r>
                <a:rPr sz="921" b="1" spc="542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921" b="1" spc="-11" dirty="0">
                  <a:solidFill>
                    <a:srgbClr val="FFFFFF"/>
                  </a:solidFill>
                  <a:latin typeface="Calibri"/>
                  <a:cs typeface="Calibri"/>
                </a:rPr>
                <a:t>development</a:t>
              </a:r>
              <a:endParaRPr sz="921">
                <a:latin typeface="Calibri"/>
                <a:cs typeface="Calibri"/>
              </a:endParaRPr>
            </a:p>
          </p:txBody>
        </p:sp>
        <p:sp>
          <p:nvSpPr>
            <p:cNvPr id="18" name="object 18"/>
            <p:cNvSpPr txBox="1"/>
            <p:nvPr/>
          </p:nvSpPr>
          <p:spPr>
            <a:xfrm>
              <a:off x="2307823" y="4441614"/>
              <a:ext cx="780098" cy="155598"/>
            </a:xfrm>
            <a:prstGeom prst="rect">
              <a:avLst/>
            </a:prstGeom>
          </p:spPr>
          <p:txBody>
            <a:bodyPr vert="horz" wrap="square" lIns="0" tIns="13758" rIns="0" bIns="0" rtlCol="0">
              <a:spAutoFit/>
            </a:bodyPr>
            <a:lstStyle/>
            <a:p>
              <a:pPr>
                <a:spcBef>
                  <a:spcPts val="108"/>
                </a:spcBef>
              </a:pPr>
              <a:r>
                <a:rPr sz="921" b="1" dirty="0">
                  <a:solidFill>
                    <a:srgbClr val="FFFFFF"/>
                  </a:solidFill>
                  <a:latin typeface="Calibri"/>
                  <a:cs typeface="Calibri"/>
                </a:rPr>
                <a:t>IP</a:t>
              </a:r>
              <a:r>
                <a:rPr sz="921" b="1" spc="-16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921" b="1" spc="-11" dirty="0">
                  <a:solidFill>
                    <a:srgbClr val="FFFFFF"/>
                  </a:solidFill>
                  <a:latin typeface="Calibri"/>
                  <a:cs typeface="Calibri"/>
                </a:rPr>
                <a:t>development</a:t>
              </a:r>
              <a:endParaRPr sz="921">
                <a:latin typeface="Calibri"/>
                <a:cs typeface="Calibri"/>
              </a:endParaRPr>
            </a:p>
          </p:txBody>
        </p:sp>
        <p:sp>
          <p:nvSpPr>
            <p:cNvPr id="19" name="object 19"/>
            <p:cNvSpPr txBox="1"/>
            <p:nvPr/>
          </p:nvSpPr>
          <p:spPr>
            <a:xfrm>
              <a:off x="458317" y="3705955"/>
              <a:ext cx="224261" cy="163933"/>
            </a:xfrm>
            <a:prstGeom prst="rect">
              <a:avLst/>
            </a:prstGeom>
          </p:spPr>
          <p:txBody>
            <a:bodyPr vert="horz" wrap="square" lIns="0" tIns="13758" rIns="0" bIns="0" rtlCol="0">
              <a:spAutoFit/>
            </a:bodyPr>
            <a:lstStyle/>
            <a:p>
              <a:pPr>
                <a:spcBef>
                  <a:spcPts val="108"/>
                </a:spcBef>
              </a:pPr>
              <a:r>
                <a:rPr sz="975" b="1" spc="-27" dirty="0">
                  <a:latin typeface="Calibri"/>
                  <a:cs typeface="Calibri"/>
                </a:rPr>
                <a:t>RPA</a:t>
              </a:r>
              <a:endParaRPr sz="975">
                <a:latin typeface="Calibri"/>
                <a:cs typeface="Calibri"/>
              </a:endParaRPr>
            </a:p>
          </p:txBody>
        </p:sp>
        <p:sp>
          <p:nvSpPr>
            <p:cNvPr id="20" name="object 20"/>
            <p:cNvSpPr txBox="1"/>
            <p:nvPr/>
          </p:nvSpPr>
          <p:spPr>
            <a:xfrm>
              <a:off x="468884" y="4823709"/>
              <a:ext cx="564092" cy="163933"/>
            </a:xfrm>
            <a:prstGeom prst="rect">
              <a:avLst/>
            </a:prstGeom>
          </p:spPr>
          <p:txBody>
            <a:bodyPr vert="horz" wrap="square" lIns="0" tIns="13758" rIns="0" bIns="0" rtlCol="0">
              <a:spAutoFit/>
            </a:bodyPr>
            <a:lstStyle/>
            <a:p>
              <a:pPr>
                <a:spcBef>
                  <a:spcPts val="108"/>
                </a:spcBef>
              </a:pPr>
              <a:r>
                <a:rPr sz="975" b="1" spc="-11" dirty="0">
                  <a:latin typeface="Calibri"/>
                  <a:cs typeface="Calibri"/>
                </a:rPr>
                <a:t>Blockchain</a:t>
              </a:r>
              <a:endParaRPr sz="975">
                <a:latin typeface="Calibri"/>
                <a:cs typeface="Calibri"/>
              </a:endParaRPr>
            </a:p>
          </p:txBody>
        </p:sp>
        <p:sp>
          <p:nvSpPr>
            <p:cNvPr id="21" name="object 21"/>
            <p:cNvSpPr txBox="1"/>
            <p:nvPr/>
          </p:nvSpPr>
          <p:spPr>
            <a:xfrm>
              <a:off x="3565884" y="1335202"/>
              <a:ext cx="606055" cy="313975"/>
            </a:xfrm>
            <a:prstGeom prst="rect">
              <a:avLst/>
            </a:prstGeom>
          </p:spPr>
          <p:txBody>
            <a:bodyPr vert="horz" wrap="square" lIns="0" tIns="13758" rIns="0" bIns="0" rtlCol="0">
              <a:spAutoFit/>
            </a:bodyPr>
            <a:lstStyle/>
            <a:p>
              <a:pPr marR="5503" algn="ctr">
                <a:spcBef>
                  <a:spcPts val="108"/>
                </a:spcBef>
              </a:pPr>
              <a:r>
                <a:rPr sz="975" b="1" spc="-11" dirty="0">
                  <a:latin typeface="Calibri"/>
                  <a:cs typeface="Calibri"/>
                </a:rPr>
                <a:t>Artificial</a:t>
              </a:r>
              <a:endParaRPr sz="975">
                <a:latin typeface="Calibri"/>
                <a:cs typeface="Calibri"/>
              </a:endParaRPr>
            </a:p>
            <a:p>
              <a:pPr marR="5503" algn="ctr">
                <a:spcBef>
                  <a:spcPts val="5"/>
                </a:spcBef>
              </a:pPr>
              <a:r>
                <a:rPr sz="975" b="1" spc="-11" dirty="0">
                  <a:latin typeface="Calibri"/>
                  <a:cs typeface="Calibri"/>
                </a:rPr>
                <a:t>intelligence</a:t>
              </a:r>
              <a:endParaRPr sz="975">
                <a:latin typeface="Calibri"/>
                <a:cs typeface="Calibri"/>
              </a:endParaRPr>
            </a:p>
          </p:txBody>
        </p:sp>
        <p:sp>
          <p:nvSpPr>
            <p:cNvPr id="22" name="object 22"/>
            <p:cNvSpPr txBox="1"/>
            <p:nvPr/>
          </p:nvSpPr>
          <p:spPr>
            <a:xfrm>
              <a:off x="3316583" y="3109256"/>
              <a:ext cx="619813" cy="269957"/>
            </a:xfrm>
            <a:prstGeom prst="rect">
              <a:avLst/>
            </a:prstGeom>
          </p:spPr>
          <p:txBody>
            <a:bodyPr vert="horz" wrap="square" lIns="0" tIns="36460" rIns="0" bIns="0" rtlCol="0">
              <a:spAutoFit/>
            </a:bodyPr>
            <a:lstStyle/>
            <a:p>
              <a:pPr marL="174725" marR="5503" indent="-175413">
                <a:lnSpc>
                  <a:spcPts val="932"/>
                </a:lnSpc>
                <a:spcBef>
                  <a:spcPts val="287"/>
                </a:spcBef>
              </a:pPr>
              <a:r>
                <a:rPr sz="921" b="1" spc="-11" dirty="0">
                  <a:solidFill>
                    <a:srgbClr val="FFFFFF"/>
                  </a:solidFill>
                  <a:latin typeface="Calibri"/>
                  <a:cs typeface="Calibri"/>
                </a:rPr>
                <a:t>Relationship</a:t>
              </a:r>
              <a:r>
                <a:rPr sz="921" b="1" spc="542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921" b="1" spc="-11" dirty="0">
                  <a:solidFill>
                    <a:srgbClr val="FFFFFF"/>
                  </a:solidFill>
                  <a:latin typeface="Calibri"/>
                  <a:cs typeface="Calibri"/>
                </a:rPr>
                <a:t>focus</a:t>
              </a:r>
              <a:endParaRPr sz="921">
                <a:latin typeface="Calibri"/>
                <a:cs typeface="Calibri"/>
              </a:endParaRPr>
            </a:p>
          </p:txBody>
        </p:sp>
        <p:sp>
          <p:nvSpPr>
            <p:cNvPr id="23" name="object 23"/>
            <p:cNvSpPr txBox="1"/>
            <p:nvPr/>
          </p:nvSpPr>
          <p:spPr>
            <a:xfrm>
              <a:off x="2900119" y="4805549"/>
              <a:ext cx="362532" cy="265383"/>
            </a:xfrm>
            <a:prstGeom prst="rect">
              <a:avLst/>
            </a:prstGeom>
          </p:spPr>
          <p:txBody>
            <a:bodyPr vert="horz" wrap="square" lIns="0" tIns="33708" rIns="0" bIns="0" rtlCol="0">
              <a:spAutoFit/>
            </a:bodyPr>
            <a:lstStyle/>
            <a:p>
              <a:pPr marL="7567" marR="5503" indent="-8255">
                <a:lnSpc>
                  <a:spcPts val="887"/>
                </a:lnSpc>
                <a:spcBef>
                  <a:spcPts val="265"/>
                </a:spcBef>
              </a:pPr>
              <a:r>
                <a:rPr sz="867" b="1" dirty="0">
                  <a:solidFill>
                    <a:srgbClr val="FFFFFF"/>
                  </a:solidFill>
                  <a:latin typeface="Calibri"/>
                  <a:cs typeface="Calibri"/>
                </a:rPr>
                <a:t>Time</a:t>
              </a:r>
              <a:r>
                <a:rPr sz="867" b="1" spc="-27" dirty="0">
                  <a:solidFill>
                    <a:srgbClr val="FFFFFF"/>
                  </a:solidFill>
                  <a:latin typeface="Calibri"/>
                  <a:cs typeface="Calibri"/>
                </a:rPr>
                <a:t> to</a:t>
              </a:r>
              <a:r>
                <a:rPr sz="867" b="1" spc="542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867" b="1" spc="-11" dirty="0">
                  <a:solidFill>
                    <a:srgbClr val="FFFFFF"/>
                  </a:solidFill>
                  <a:latin typeface="Calibri"/>
                  <a:cs typeface="Calibri"/>
                </a:rPr>
                <a:t>market</a:t>
              </a:r>
              <a:endParaRPr sz="867">
                <a:latin typeface="Calibri"/>
                <a:cs typeface="Calibri"/>
              </a:endParaRPr>
            </a:p>
          </p:txBody>
        </p:sp>
        <p:sp>
          <p:nvSpPr>
            <p:cNvPr id="24" name="object 24"/>
            <p:cNvSpPr txBox="1"/>
            <p:nvPr/>
          </p:nvSpPr>
          <p:spPr>
            <a:xfrm>
              <a:off x="2415413" y="3484447"/>
              <a:ext cx="780785" cy="380799"/>
            </a:xfrm>
            <a:prstGeom prst="rect">
              <a:avLst/>
            </a:prstGeom>
          </p:spPr>
          <p:txBody>
            <a:bodyPr vert="horz" wrap="square" lIns="0" tIns="33708" rIns="0" bIns="0" rtlCol="0">
              <a:spAutoFit/>
            </a:bodyPr>
            <a:lstStyle/>
            <a:p>
              <a:pPr marR="5503" indent="105248">
                <a:lnSpc>
                  <a:spcPts val="887"/>
                </a:lnSpc>
                <a:spcBef>
                  <a:spcPts val="265"/>
                </a:spcBef>
              </a:pPr>
              <a:r>
                <a:rPr sz="867" b="1" dirty="0">
                  <a:latin typeface="Calibri"/>
                  <a:cs typeface="Calibri"/>
                </a:rPr>
                <a:t>Customer</a:t>
              </a:r>
              <a:r>
                <a:rPr sz="867" b="1" spc="-49" dirty="0">
                  <a:latin typeface="Calibri"/>
                  <a:cs typeface="Calibri"/>
                </a:rPr>
                <a:t> </a:t>
              </a:r>
              <a:r>
                <a:rPr sz="867" b="1" spc="-27" dirty="0">
                  <a:latin typeface="Calibri"/>
                  <a:cs typeface="Calibri"/>
                </a:rPr>
                <a:t>at</a:t>
              </a:r>
              <a:r>
                <a:rPr sz="867" b="1" spc="542" dirty="0">
                  <a:latin typeface="Calibri"/>
                  <a:cs typeface="Calibri"/>
                </a:rPr>
                <a:t> </a:t>
              </a:r>
              <a:r>
                <a:rPr sz="867" b="1" dirty="0">
                  <a:latin typeface="Calibri"/>
                  <a:cs typeface="Calibri"/>
                </a:rPr>
                <a:t>the</a:t>
              </a:r>
              <a:r>
                <a:rPr sz="867" b="1" spc="-27" dirty="0">
                  <a:latin typeface="Calibri"/>
                  <a:cs typeface="Calibri"/>
                </a:rPr>
                <a:t> </a:t>
              </a:r>
              <a:r>
                <a:rPr sz="867" b="1" dirty="0">
                  <a:latin typeface="Calibri"/>
                  <a:cs typeface="Calibri"/>
                </a:rPr>
                <a:t>center</a:t>
              </a:r>
              <a:r>
                <a:rPr sz="867" b="1" spc="-27" dirty="0">
                  <a:latin typeface="Calibri"/>
                  <a:cs typeface="Calibri"/>
                </a:rPr>
                <a:t> </a:t>
              </a:r>
              <a:r>
                <a:rPr sz="867" b="1" dirty="0">
                  <a:latin typeface="Calibri"/>
                  <a:cs typeface="Calibri"/>
                </a:rPr>
                <a:t>of</a:t>
              </a:r>
              <a:r>
                <a:rPr sz="867" b="1" spc="-22" dirty="0">
                  <a:latin typeface="Calibri"/>
                  <a:cs typeface="Calibri"/>
                </a:rPr>
                <a:t> </a:t>
              </a:r>
              <a:r>
                <a:rPr sz="867" b="1" spc="-27" dirty="0">
                  <a:latin typeface="Calibri"/>
                  <a:cs typeface="Calibri"/>
                </a:rPr>
                <a:t>our</a:t>
              </a:r>
              <a:endParaRPr sz="867">
                <a:latin typeface="Calibri"/>
                <a:cs typeface="Calibri"/>
              </a:endParaRPr>
            </a:p>
            <a:p>
              <a:pPr marL="101809">
                <a:lnSpc>
                  <a:spcPts val="877"/>
                </a:lnSpc>
              </a:pPr>
              <a:r>
                <a:rPr sz="867" b="1" spc="-11" dirty="0">
                  <a:latin typeface="Calibri"/>
                  <a:cs typeface="Calibri"/>
                </a:rPr>
                <a:t>investments</a:t>
              </a:r>
              <a:endParaRPr sz="867">
                <a:latin typeface="Calibri"/>
                <a:cs typeface="Calibri"/>
              </a:endParaRPr>
            </a:p>
          </p:txBody>
        </p:sp>
        <p:sp>
          <p:nvSpPr>
            <p:cNvPr id="25" name="object 25"/>
            <p:cNvSpPr/>
            <p:nvPr/>
          </p:nvSpPr>
          <p:spPr>
            <a:xfrm>
              <a:off x="1035094" y="4776905"/>
              <a:ext cx="394864" cy="343270"/>
            </a:xfrm>
            <a:custGeom>
              <a:avLst/>
              <a:gdLst/>
              <a:ahLst/>
              <a:cxnLst/>
              <a:rect l="l" t="t" r="r" b="b"/>
              <a:pathLst>
                <a:path w="364490" h="316864">
                  <a:moveTo>
                    <a:pt x="224434" y="129108"/>
                  </a:moveTo>
                  <a:lnTo>
                    <a:pt x="215809" y="137134"/>
                  </a:lnTo>
                  <a:lnTo>
                    <a:pt x="216158" y="137134"/>
                  </a:lnTo>
                  <a:lnTo>
                    <a:pt x="218770" y="140588"/>
                  </a:lnTo>
                  <a:lnTo>
                    <a:pt x="218906" y="140588"/>
                  </a:lnTo>
                  <a:lnTo>
                    <a:pt x="219887" y="141058"/>
                  </a:lnTo>
                  <a:lnTo>
                    <a:pt x="222275" y="144119"/>
                  </a:lnTo>
                  <a:lnTo>
                    <a:pt x="230695" y="137134"/>
                  </a:lnTo>
                  <a:lnTo>
                    <a:pt x="228930" y="133502"/>
                  </a:lnTo>
                  <a:lnTo>
                    <a:pt x="227533" y="132067"/>
                  </a:lnTo>
                  <a:lnTo>
                    <a:pt x="224434" y="129108"/>
                  </a:lnTo>
                  <a:close/>
                </a:path>
                <a:path w="364490" h="316864">
                  <a:moveTo>
                    <a:pt x="155638" y="128866"/>
                  </a:moveTo>
                  <a:lnTo>
                    <a:pt x="152539" y="131356"/>
                  </a:lnTo>
                  <a:lnTo>
                    <a:pt x="151003" y="133070"/>
                  </a:lnTo>
                  <a:lnTo>
                    <a:pt x="148323" y="135280"/>
                  </a:lnTo>
                  <a:lnTo>
                    <a:pt x="150571" y="140055"/>
                  </a:lnTo>
                  <a:lnTo>
                    <a:pt x="152298" y="141681"/>
                  </a:lnTo>
                  <a:lnTo>
                    <a:pt x="157124" y="143929"/>
                  </a:lnTo>
                  <a:lnTo>
                    <a:pt x="159854" y="140588"/>
                  </a:lnTo>
                  <a:lnTo>
                    <a:pt x="160761" y="140588"/>
                  </a:lnTo>
                  <a:lnTo>
                    <a:pt x="162997" y="137134"/>
                  </a:lnTo>
                  <a:lnTo>
                    <a:pt x="163135" y="137134"/>
                  </a:lnTo>
                  <a:lnTo>
                    <a:pt x="155638" y="128866"/>
                  </a:lnTo>
                  <a:close/>
                </a:path>
                <a:path w="364490" h="316864">
                  <a:moveTo>
                    <a:pt x="160761" y="140588"/>
                  </a:moveTo>
                  <a:lnTo>
                    <a:pt x="159854" y="140588"/>
                  </a:lnTo>
                  <a:lnTo>
                    <a:pt x="160669" y="141058"/>
                  </a:lnTo>
                  <a:lnTo>
                    <a:pt x="160457" y="141058"/>
                  </a:lnTo>
                  <a:lnTo>
                    <a:pt x="160761" y="140588"/>
                  </a:lnTo>
                  <a:close/>
                </a:path>
                <a:path w="364490" h="316864">
                  <a:moveTo>
                    <a:pt x="187198" y="0"/>
                  </a:moveTo>
                  <a:lnTo>
                    <a:pt x="135366" y="18788"/>
                  </a:lnTo>
                  <a:lnTo>
                    <a:pt x="124470" y="38877"/>
                  </a:lnTo>
                  <a:lnTo>
                    <a:pt x="124355" y="71289"/>
                  </a:lnTo>
                  <a:lnTo>
                    <a:pt x="124231" y="105905"/>
                  </a:lnTo>
                  <a:lnTo>
                    <a:pt x="137362" y="110737"/>
                  </a:lnTo>
                  <a:lnTo>
                    <a:pt x="157032" y="118552"/>
                  </a:lnTo>
                  <a:lnTo>
                    <a:pt x="176030" y="125784"/>
                  </a:lnTo>
                  <a:lnTo>
                    <a:pt x="187147" y="128866"/>
                  </a:lnTo>
                  <a:lnTo>
                    <a:pt x="197828" y="125449"/>
                  </a:lnTo>
                  <a:lnTo>
                    <a:pt x="217746" y="117875"/>
                  </a:lnTo>
                  <a:lnTo>
                    <a:pt x="225677" y="114706"/>
                  </a:lnTo>
                  <a:lnTo>
                    <a:pt x="192265" y="114706"/>
                  </a:lnTo>
                  <a:lnTo>
                    <a:pt x="192265" y="114566"/>
                  </a:lnTo>
                  <a:lnTo>
                    <a:pt x="181076" y="114566"/>
                  </a:lnTo>
                  <a:lnTo>
                    <a:pt x="172193" y="111755"/>
                  </a:lnTo>
                  <a:lnTo>
                    <a:pt x="134929" y="88446"/>
                  </a:lnTo>
                  <a:lnTo>
                    <a:pt x="134542" y="71289"/>
                  </a:lnTo>
                  <a:lnTo>
                    <a:pt x="134833" y="59562"/>
                  </a:lnTo>
                  <a:lnTo>
                    <a:pt x="134956" y="54608"/>
                  </a:lnTo>
                  <a:lnTo>
                    <a:pt x="134990" y="53207"/>
                  </a:lnTo>
                  <a:lnTo>
                    <a:pt x="135117" y="48593"/>
                  </a:lnTo>
                  <a:lnTo>
                    <a:pt x="135235" y="44265"/>
                  </a:lnTo>
                  <a:lnTo>
                    <a:pt x="135331" y="40766"/>
                  </a:lnTo>
                  <a:lnTo>
                    <a:pt x="168456" y="40766"/>
                  </a:lnTo>
                  <a:lnTo>
                    <a:pt x="163510" y="38877"/>
                  </a:lnTo>
                  <a:lnTo>
                    <a:pt x="149586" y="33037"/>
                  </a:lnTo>
                  <a:lnTo>
                    <a:pt x="141782" y="29209"/>
                  </a:lnTo>
                  <a:lnTo>
                    <a:pt x="149816" y="25255"/>
                  </a:lnTo>
                  <a:lnTo>
                    <a:pt x="163887" y="19383"/>
                  </a:lnTo>
                  <a:lnTo>
                    <a:pt x="178576" y="13868"/>
                  </a:lnTo>
                  <a:lnTo>
                    <a:pt x="187096" y="11556"/>
                  </a:lnTo>
                  <a:lnTo>
                    <a:pt x="219984" y="11556"/>
                  </a:lnTo>
                  <a:lnTo>
                    <a:pt x="218778" y="11064"/>
                  </a:lnTo>
                  <a:lnTo>
                    <a:pt x="198540" y="3430"/>
                  </a:lnTo>
                  <a:lnTo>
                    <a:pt x="187198" y="0"/>
                  </a:lnTo>
                  <a:close/>
                </a:path>
                <a:path w="364490" h="316864">
                  <a:moveTo>
                    <a:pt x="249138" y="40004"/>
                  </a:moveTo>
                  <a:lnTo>
                    <a:pt x="237667" y="40004"/>
                  </a:lnTo>
                  <a:lnTo>
                    <a:pt x="237562" y="54608"/>
                  </a:lnTo>
                  <a:lnTo>
                    <a:pt x="237442" y="71289"/>
                  </a:lnTo>
                  <a:lnTo>
                    <a:pt x="237318" y="88446"/>
                  </a:lnTo>
                  <a:lnTo>
                    <a:pt x="237248" y="98107"/>
                  </a:lnTo>
                  <a:lnTo>
                    <a:pt x="192265" y="114706"/>
                  </a:lnTo>
                  <a:lnTo>
                    <a:pt x="225677" y="114706"/>
                  </a:lnTo>
                  <a:lnTo>
                    <a:pt x="237851" y="109843"/>
                  </a:lnTo>
                  <a:lnTo>
                    <a:pt x="249097" y="105054"/>
                  </a:lnTo>
                  <a:lnTo>
                    <a:pt x="249138" y="40004"/>
                  </a:lnTo>
                  <a:close/>
                </a:path>
                <a:path w="364490" h="316864">
                  <a:moveTo>
                    <a:pt x="168456" y="40766"/>
                  </a:moveTo>
                  <a:lnTo>
                    <a:pt x="135331" y="40766"/>
                  </a:lnTo>
                  <a:lnTo>
                    <a:pt x="145201" y="43364"/>
                  </a:lnTo>
                  <a:lnTo>
                    <a:pt x="159696" y="48593"/>
                  </a:lnTo>
                  <a:lnTo>
                    <a:pt x="173457" y="54608"/>
                  </a:lnTo>
                  <a:lnTo>
                    <a:pt x="181127" y="59562"/>
                  </a:lnTo>
                  <a:lnTo>
                    <a:pt x="181076" y="114566"/>
                  </a:lnTo>
                  <a:lnTo>
                    <a:pt x="192265" y="114566"/>
                  </a:lnTo>
                  <a:lnTo>
                    <a:pt x="192352" y="88446"/>
                  </a:lnTo>
                  <a:lnTo>
                    <a:pt x="192455" y="57403"/>
                  </a:lnTo>
                  <a:lnTo>
                    <a:pt x="220177" y="46735"/>
                  </a:lnTo>
                  <a:lnTo>
                    <a:pt x="185953" y="46735"/>
                  </a:lnTo>
                  <a:lnTo>
                    <a:pt x="177614" y="44265"/>
                  </a:lnTo>
                  <a:lnTo>
                    <a:pt x="168456" y="40766"/>
                  </a:lnTo>
                  <a:close/>
                </a:path>
                <a:path w="364490" h="316864">
                  <a:moveTo>
                    <a:pt x="219984" y="11556"/>
                  </a:moveTo>
                  <a:lnTo>
                    <a:pt x="187096" y="11556"/>
                  </a:lnTo>
                  <a:lnTo>
                    <a:pt x="195741" y="14011"/>
                  </a:lnTo>
                  <a:lnTo>
                    <a:pt x="209756" y="19383"/>
                  </a:lnTo>
                  <a:lnTo>
                    <a:pt x="223518" y="25255"/>
                  </a:lnTo>
                  <a:lnTo>
                    <a:pt x="231406" y="29209"/>
                  </a:lnTo>
                  <a:lnTo>
                    <a:pt x="222968" y="33466"/>
                  </a:lnTo>
                  <a:lnTo>
                    <a:pt x="208984" y="39449"/>
                  </a:lnTo>
                  <a:lnTo>
                    <a:pt x="194848" y="44694"/>
                  </a:lnTo>
                  <a:lnTo>
                    <a:pt x="185953" y="46735"/>
                  </a:lnTo>
                  <a:lnTo>
                    <a:pt x="220177" y="46735"/>
                  </a:lnTo>
                  <a:lnTo>
                    <a:pt x="237667" y="40004"/>
                  </a:lnTo>
                  <a:lnTo>
                    <a:pt x="249138" y="40004"/>
                  </a:lnTo>
                  <a:lnTo>
                    <a:pt x="249148" y="24129"/>
                  </a:lnTo>
                  <a:lnTo>
                    <a:pt x="239103" y="19383"/>
                  </a:lnTo>
                  <a:lnTo>
                    <a:pt x="237706" y="18788"/>
                  </a:lnTo>
                  <a:lnTo>
                    <a:pt x="219984" y="11556"/>
                  </a:lnTo>
                  <a:close/>
                </a:path>
                <a:path w="364490" h="316864">
                  <a:moveTo>
                    <a:pt x="302260" y="187883"/>
                  </a:moveTo>
                  <a:lnTo>
                    <a:pt x="250444" y="206670"/>
                  </a:lnTo>
                  <a:lnTo>
                    <a:pt x="239417" y="259164"/>
                  </a:lnTo>
                  <a:lnTo>
                    <a:pt x="239293" y="293776"/>
                  </a:lnTo>
                  <a:lnTo>
                    <a:pt x="252431" y="298607"/>
                  </a:lnTo>
                  <a:lnTo>
                    <a:pt x="272113" y="306419"/>
                  </a:lnTo>
                  <a:lnTo>
                    <a:pt x="291114" y="313650"/>
                  </a:lnTo>
                  <a:lnTo>
                    <a:pt x="302209" y="316737"/>
                  </a:lnTo>
                  <a:lnTo>
                    <a:pt x="312893" y="313313"/>
                  </a:lnTo>
                  <a:lnTo>
                    <a:pt x="332816" y="305735"/>
                  </a:lnTo>
                  <a:lnTo>
                    <a:pt x="340594" y="302628"/>
                  </a:lnTo>
                  <a:lnTo>
                    <a:pt x="307327" y="302628"/>
                  </a:lnTo>
                  <a:lnTo>
                    <a:pt x="307327" y="302475"/>
                  </a:lnTo>
                  <a:lnTo>
                    <a:pt x="296138" y="302475"/>
                  </a:lnTo>
                  <a:lnTo>
                    <a:pt x="287255" y="299642"/>
                  </a:lnTo>
                  <a:lnTo>
                    <a:pt x="249991" y="276316"/>
                  </a:lnTo>
                  <a:lnTo>
                    <a:pt x="249604" y="259164"/>
                  </a:lnTo>
                  <a:lnTo>
                    <a:pt x="249895" y="247434"/>
                  </a:lnTo>
                  <a:lnTo>
                    <a:pt x="250018" y="242456"/>
                  </a:lnTo>
                  <a:lnTo>
                    <a:pt x="250052" y="241071"/>
                  </a:lnTo>
                  <a:lnTo>
                    <a:pt x="250179" y="236429"/>
                  </a:lnTo>
                  <a:lnTo>
                    <a:pt x="250296" y="232145"/>
                  </a:lnTo>
                  <a:lnTo>
                    <a:pt x="250393" y="228587"/>
                  </a:lnTo>
                  <a:lnTo>
                    <a:pt x="283408" y="228587"/>
                  </a:lnTo>
                  <a:lnTo>
                    <a:pt x="278579" y="226737"/>
                  </a:lnTo>
                  <a:lnTo>
                    <a:pt x="264649" y="220890"/>
                  </a:lnTo>
                  <a:lnTo>
                    <a:pt x="302158" y="199453"/>
                  </a:lnTo>
                  <a:lnTo>
                    <a:pt x="335119" y="199453"/>
                  </a:lnTo>
                  <a:lnTo>
                    <a:pt x="333851" y="198935"/>
                  </a:lnTo>
                  <a:lnTo>
                    <a:pt x="313607" y="191303"/>
                  </a:lnTo>
                  <a:lnTo>
                    <a:pt x="302260" y="187883"/>
                  </a:lnTo>
                  <a:close/>
                </a:path>
                <a:path w="364490" h="316864">
                  <a:moveTo>
                    <a:pt x="364185" y="227863"/>
                  </a:moveTo>
                  <a:lnTo>
                    <a:pt x="352755" y="227863"/>
                  </a:lnTo>
                  <a:lnTo>
                    <a:pt x="352331" y="276316"/>
                  </a:lnTo>
                  <a:lnTo>
                    <a:pt x="352247" y="285978"/>
                  </a:lnTo>
                  <a:lnTo>
                    <a:pt x="307327" y="302628"/>
                  </a:lnTo>
                  <a:lnTo>
                    <a:pt x="340594" y="302628"/>
                  </a:lnTo>
                  <a:lnTo>
                    <a:pt x="352929" y="297701"/>
                  </a:lnTo>
                  <a:lnTo>
                    <a:pt x="364185" y="292912"/>
                  </a:lnTo>
                  <a:lnTo>
                    <a:pt x="364185" y="227863"/>
                  </a:lnTo>
                  <a:close/>
                </a:path>
                <a:path w="364490" h="316864">
                  <a:moveTo>
                    <a:pt x="283408" y="228587"/>
                  </a:moveTo>
                  <a:lnTo>
                    <a:pt x="250393" y="228587"/>
                  </a:lnTo>
                  <a:lnTo>
                    <a:pt x="260263" y="231192"/>
                  </a:lnTo>
                  <a:lnTo>
                    <a:pt x="274758" y="236429"/>
                  </a:lnTo>
                  <a:lnTo>
                    <a:pt x="288519" y="242456"/>
                  </a:lnTo>
                  <a:lnTo>
                    <a:pt x="296189" y="247434"/>
                  </a:lnTo>
                  <a:lnTo>
                    <a:pt x="296138" y="302475"/>
                  </a:lnTo>
                  <a:lnTo>
                    <a:pt x="307327" y="302475"/>
                  </a:lnTo>
                  <a:lnTo>
                    <a:pt x="307414" y="276316"/>
                  </a:lnTo>
                  <a:lnTo>
                    <a:pt x="307517" y="245325"/>
                  </a:lnTo>
                  <a:lnTo>
                    <a:pt x="335153" y="234657"/>
                  </a:lnTo>
                  <a:lnTo>
                    <a:pt x="301066" y="234657"/>
                  </a:lnTo>
                  <a:lnTo>
                    <a:pt x="292697" y="232145"/>
                  </a:lnTo>
                  <a:lnTo>
                    <a:pt x="283408" y="228587"/>
                  </a:lnTo>
                  <a:close/>
                </a:path>
                <a:path w="364490" h="316864">
                  <a:moveTo>
                    <a:pt x="335119" y="199453"/>
                  </a:moveTo>
                  <a:lnTo>
                    <a:pt x="302158" y="199453"/>
                  </a:lnTo>
                  <a:lnTo>
                    <a:pt x="310800" y="201902"/>
                  </a:lnTo>
                  <a:lnTo>
                    <a:pt x="324816" y="207268"/>
                  </a:lnTo>
                  <a:lnTo>
                    <a:pt x="338596" y="213128"/>
                  </a:lnTo>
                  <a:lnTo>
                    <a:pt x="346532" y="217055"/>
                  </a:lnTo>
                  <a:lnTo>
                    <a:pt x="338063" y="221347"/>
                  </a:lnTo>
                  <a:lnTo>
                    <a:pt x="324065" y="227347"/>
                  </a:lnTo>
                  <a:lnTo>
                    <a:pt x="309934" y="232602"/>
                  </a:lnTo>
                  <a:lnTo>
                    <a:pt x="301066" y="234657"/>
                  </a:lnTo>
                  <a:lnTo>
                    <a:pt x="335153" y="234657"/>
                  </a:lnTo>
                  <a:lnTo>
                    <a:pt x="352755" y="227863"/>
                  </a:lnTo>
                  <a:lnTo>
                    <a:pt x="364185" y="227863"/>
                  </a:lnTo>
                  <a:lnTo>
                    <a:pt x="364185" y="211988"/>
                  </a:lnTo>
                  <a:lnTo>
                    <a:pt x="354204" y="207268"/>
                  </a:lnTo>
                  <a:lnTo>
                    <a:pt x="352804" y="206670"/>
                  </a:lnTo>
                  <a:lnTo>
                    <a:pt x="335119" y="199453"/>
                  </a:lnTo>
                  <a:close/>
                </a:path>
                <a:path w="364490" h="316864">
                  <a:moveTo>
                    <a:pt x="273240" y="177698"/>
                  </a:moveTo>
                  <a:lnTo>
                    <a:pt x="268846" y="179997"/>
                  </a:lnTo>
                  <a:lnTo>
                    <a:pt x="266928" y="181813"/>
                  </a:lnTo>
                  <a:lnTo>
                    <a:pt x="264490" y="186588"/>
                  </a:lnTo>
                  <a:lnTo>
                    <a:pt x="271284" y="192328"/>
                  </a:lnTo>
                  <a:lnTo>
                    <a:pt x="276250" y="189318"/>
                  </a:lnTo>
                  <a:lnTo>
                    <a:pt x="276491" y="189128"/>
                  </a:lnTo>
                  <a:lnTo>
                    <a:pt x="278790" y="184442"/>
                  </a:lnTo>
                  <a:lnTo>
                    <a:pt x="273240" y="177698"/>
                  </a:lnTo>
                  <a:close/>
                </a:path>
                <a:path w="364490" h="316864">
                  <a:moveTo>
                    <a:pt x="62953" y="187883"/>
                  </a:moveTo>
                  <a:lnTo>
                    <a:pt x="11122" y="206670"/>
                  </a:lnTo>
                  <a:lnTo>
                    <a:pt x="229" y="226737"/>
                  </a:lnTo>
                  <a:lnTo>
                    <a:pt x="118" y="259164"/>
                  </a:lnTo>
                  <a:lnTo>
                    <a:pt x="0" y="293776"/>
                  </a:lnTo>
                  <a:lnTo>
                    <a:pt x="13123" y="298607"/>
                  </a:lnTo>
                  <a:lnTo>
                    <a:pt x="32789" y="306419"/>
                  </a:lnTo>
                  <a:lnTo>
                    <a:pt x="51786" y="313650"/>
                  </a:lnTo>
                  <a:lnTo>
                    <a:pt x="62903" y="316737"/>
                  </a:lnTo>
                  <a:lnTo>
                    <a:pt x="73584" y="313313"/>
                  </a:lnTo>
                  <a:lnTo>
                    <a:pt x="93502" y="305735"/>
                  </a:lnTo>
                  <a:lnTo>
                    <a:pt x="101277" y="302628"/>
                  </a:lnTo>
                  <a:lnTo>
                    <a:pt x="68021" y="302628"/>
                  </a:lnTo>
                  <a:lnTo>
                    <a:pt x="68021" y="302475"/>
                  </a:lnTo>
                  <a:lnTo>
                    <a:pt x="56832" y="302475"/>
                  </a:lnTo>
                  <a:lnTo>
                    <a:pt x="47949" y="299642"/>
                  </a:lnTo>
                  <a:lnTo>
                    <a:pt x="10686" y="276316"/>
                  </a:lnTo>
                  <a:lnTo>
                    <a:pt x="10296" y="259164"/>
                  </a:lnTo>
                  <a:lnTo>
                    <a:pt x="10846" y="236429"/>
                  </a:lnTo>
                  <a:lnTo>
                    <a:pt x="10973" y="231192"/>
                  </a:lnTo>
                  <a:lnTo>
                    <a:pt x="11036" y="228587"/>
                  </a:lnTo>
                  <a:lnTo>
                    <a:pt x="44090" y="228587"/>
                  </a:lnTo>
                  <a:lnTo>
                    <a:pt x="39266" y="226737"/>
                  </a:lnTo>
                  <a:lnTo>
                    <a:pt x="25342" y="220890"/>
                  </a:lnTo>
                  <a:lnTo>
                    <a:pt x="62852" y="199453"/>
                  </a:lnTo>
                  <a:lnTo>
                    <a:pt x="95807" y="199453"/>
                  </a:lnTo>
                  <a:lnTo>
                    <a:pt x="94538" y="198935"/>
                  </a:lnTo>
                  <a:lnTo>
                    <a:pt x="74301" y="191303"/>
                  </a:lnTo>
                  <a:lnTo>
                    <a:pt x="62953" y="187883"/>
                  </a:lnTo>
                  <a:close/>
                </a:path>
                <a:path w="364490" h="316864">
                  <a:moveTo>
                    <a:pt x="124894" y="227863"/>
                  </a:moveTo>
                  <a:lnTo>
                    <a:pt x="113436" y="227863"/>
                  </a:lnTo>
                  <a:lnTo>
                    <a:pt x="113076" y="276316"/>
                  </a:lnTo>
                  <a:lnTo>
                    <a:pt x="113004" y="285978"/>
                  </a:lnTo>
                  <a:lnTo>
                    <a:pt x="68021" y="302628"/>
                  </a:lnTo>
                  <a:lnTo>
                    <a:pt x="101277" y="302628"/>
                  </a:lnTo>
                  <a:lnTo>
                    <a:pt x="113607" y="297701"/>
                  </a:lnTo>
                  <a:lnTo>
                    <a:pt x="124853" y="292912"/>
                  </a:lnTo>
                  <a:lnTo>
                    <a:pt x="124894" y="227863"/>
                  </a:lnTo>
                  <a:close/>
                </a:path>
                <a:path w="364490" h="316864">
                  <a:moveTo>
                    <a:pt x="44090" y="228587"/>
                  </a:moveTo>
                  <a:lnTo>
                    <a:pt x="11036" y="228587"/>
                  </a:lnTo>
                  <a:lnTo>
                    <a:pt x="20935" y="231192"/>
                  </a:lnTo>
                  <a:lnTo>
                    <a:pt x="35445" y="236429"/>
                  </a:lnTo>
                  <a:lnTo>
                    <a:pt x="49212" y="242456"/>
                  </a:lnTo>
                  <a:lnTo>
                    <a:pt x="56883" y="247434"/>
                  </a:lnTo>
                  <a:lnTo>
                    <a:pt x="56832" y="302475"/>
                  </a:lnTo>
                  <a:lnTo>
                    <a:pt x="68021" y="302475"/>
                  </a:lnTo>
                  <a:lnTo>
                    <a:pt x="68108" y="276316"/>
                  </a:lnTo>
                  <a:lnTo>
                    <a:pt x="68211" y="245325"/>
                  </a:lnTo>
                  <a:lnTo>
                    <a:pt x="95839" y="234657"/>
                  </a:lnTo>
                  <a:lnTo>
                    <a:pt x="61709" y="234657"/>
                  </a:lnTo>
                  <a:lnTo>
                    <a:pt x="53369" y="232145"/>
                  </a:lnTo>
                  <a:lnTo>
                    <a:pt x="44090" y="228587"/>
                  </a:lnTo>
                  <a:close/>
                </a:path>
                <a:path w="364490" h="316864">
                  <a:moveTo>
                    <a:pt x="95807" y="199453"/>
                  </a:moveTo>
                  <a:lnTo>
                    <a:pt x="62852" y="199453"/>
                  </a:lnTo>
                  <a:lnTo>
                    <a:pt x="71497" y="201902"/>
                  </a:lnTo>
                  <a:lnTo>
                    <a:pt x="85513" y="207268"/>
                  </a:lnTo>
                  <a:lnTo>
                    <a:pt x="99280" y="213128"/>
                  </a:lnTo>
                  <a:lnTo>
                    <a:pt x="107175" y="217055"/>
                  </a:lnTo>
                  <a:lnTo>
                    <a:pt x="98729" y="221347"/>
                  </a:lnTo>
                  <a:lnTo>
                    <a:pt x="84742" y="227347"/>
                  </a:lnTo>
                  <a:lnTo>
                    <a:pt x="70604" y="232602"/>
                  </a:lnTo>
                  <a:lnTo>
                    <a:pt x="61709" y="234657"/>
                  </a:lnTo>
                  <a:lnTo>
                    <a:pt x="95839" y="234657"/>
                  </a:lnTo>
                  <a:lnTo>
                    <a:pt x="113436" y="227863"/>
                  </a:lnTo>
                  <a:lnTo>
                    <a:pt x="124894" y="227863"/>
                  </a:lnTo>
                  <a:lnTo>
                    <a:pt x="124904" y="211988"/>
                  </a:lnTo>
                  <a:lnTo>
                    <a:pt x="114896" y="207268"/>
                  </a:lnTo>
                  <a:lnTo>
                    <a:pt x="113494" y="206670"/>
                  </a:lnTo>
                  <a:lnTo>
                    <a:pt x="95807" y="199453"/>
                  </a:lnTo>
                  <a:close/>
                </a:path>
                <a:path w="364490" h="316864">
                  <a:moveTo>
                    <a:pt x="105879" y="177507"/>
                  </a:moveTo>
                  <a:lnTo>
                    <a:pt x="99999" y="184683"/>
                  </a:lnTo>
                  <a:lnTo>
                    <a:pt x="102768" y="188887"/>
                  </a:lnTo>
                  <a:lnTo>
                    <a:pt x="102298" y="189420"/>
                  </a:lnTo>
                  <a:lnTo>
                    <a:pt x="107988" y="191896"/>
                  </a:lnTo>
                  <a:lnTo>
                    <a:pt x="114820" y="186550"/>
                  </a:lnTo>
                  <a:lnTo>
                    <a:pt x="112331" y="180708"/>
                  </a:lnTo>
                  <a:lnTo>
                    <a:pt x="110845" y="179616"/>
                  </a:lnTo>
                  <a:lnTo>
                    <a:pt x="105879" y="177507"/>
                  </a:lnTo>
                  <a:close/>
                </a:path>
                <a:path w="364490" h="316864">
                  <a:moveTo>
                    <a:pt x="239877" y="145224"/>
                  </a:moveTo>
                  <a:lnTo>
                    <a:pt x="235521" y="148907"/>
                  </a:lnTo>
                  <a:lnTo>
                    <a:pt x="234619" y="149097"/>
                  </a:lnTo>
                  <a:lnTo>
                    <a:pt x="232270" y="154597"/>
                  </a:lnTo>
                  <a:lnTo>
                    <a:pt x="235851" y="156743"/>
                  </a:lnTo>
                  <a:lnTo>
                    <a:pt x="235851" y="157416"/>
                  </a:lnTo>
                  <a:lnTo>
                    <a:pt x="239483" y="159854"/>
                  </a:lnTo>
                  <a:lnTo>
                    <a:pt x="246849" y="152349"/>
                  </a:lnTo>
                  <a:lnTo>
                    <a:pt x="239877" y="145224"/>
                  </a:lnTo>
                  <a:close/>
                </a:path>
                <a:path w="364490" h="316864">
                  <a:moveTo>
                    <a:pt x="218605" y="246240"/>
                  </a:moveTo>
                  <a:lnTo>
                    <a:pt x="208412" y="246240"/>
                  </a:lnTo>
                  <a:lnTo>
                    <a:pt x="207695" y="256755"/>
                  </a:lnTo>
                  <a:lnTo>
                    <a:pt x="218795" y="257047"/>
                  </a:lnTo>
                  <a:lnTo>
                    <a:pt x="218605" y="246240"/>
                  </a:lnTo>
                  <a:close/>
                </a:path>
                <a:path w="364490" h="316864">
                  <a:moveTo>
                    <a:pt x="134988" y="148335"/>
                  </a:moveTo>
                  <a:lnTo>
                    <a:pt x="132270" y="152641"/>
                  </a:lnTo>
                  <a:lnTo>
                    <a:pt x="139674" y="160197"/>
                  </a:lnTo>
                  <a:lnTo>
                    <a:pt x="146748" y="154076"/>
                  </a:lnTo>
                  <a:lnTo>
                    <a:pt x="144618" y="149618"/>
                  </a:lnTo>
                  <a:lnTo>
                    <a:pt x="135331" y="149618"/>
                  </a:lnTo>
                  <a:lnTo>
                    <a:pt x="135410" y="149478"/>
                  </a:lnTo>
                  <a:lnTo>
                    <a:pt x="134988" y="148335"/>
                  </a:lnTo>
                  <a:close/>
                </a:path>
                <a:path w="364490" h="316864">
                  <a:moveTo>
                    <a:pt x="137807" y="145275"/>
                  </a:moveTo>
                  <a:lnTo>
                    <a:pt x="136062" y="148335"/>
                  </a:lnTo>
                  <a:lnTo>
                    <a:pt x="135293" y="149478"/>
                  </a:lnTo>
                  <a:lnTo>
                    <a:pt x="135331" y="149618"/>
                  </a:lnTo>
                  <a:lnTo>
                    <a:pt x="144618" y="149618"/>
                  </a:lnTo>
                  <a:lnTo>
                    <a:pt x="144551" y="149478"/>
                  </a:lnTo>
                  <a:lnTo>
                    <a:pt x="142836" y="147904"/>
                  </a:lnTo>
                  <a:lnTo>
                    <a:pt x="137807" y="145275"/>
                  </a:lnTo>
                  <a:close/>
                </a:path>
                <a:path w="364490" h="316864">
                  <a:moveTo>
                    <a:pt x="162953" y="246087"/>
                  </a:moveTo>
                  <a:lnTo>
                    <a:pt x="162140" y="256857"/>
                  </a:lnTo>
                  <a:lnTo>
                    <a:pt x="173469" y="257136"/>
                  </a:lnTo>
                  <a:lnTo>
                    <a:pt x="173088" y="246240"/>
                  </a:lnTo>
                  <a:lnTo>
                    <a:pt x="162953" y="246087"/>
                  </a:lnTo>
                  <a:close/>
                </a:path>
                <a:path w="364490" h="316864">
                  <a:moveTo>
                    <a:pt x="256171" y="161531"/>
                  </a:moveTo>
                  <a:lnTo>
                    <a:pt x="248386" y="168757"/>
                  </a:lnTo>
                  <a:lnTo>
                    <a:pt x="254355" y="176123"/>
                  </a:lnTo>
                  <a:lnTo>
                    <a:pt x="259372" y="173913"/>
                  </a:lnTo>
                  <a:lnTo>
                    <a:pt x="261048" y="172199"/>
                  </a:lnTo>
                  <a:lnTo>
                    <a:pt x="263105" y="167170"/>
                  </a:lnTo>
                  <a:lnTo>
                    <a:pt x="256171" y="161531"/>
                  </a:lnTo>
                  <a:close/>
                </a:path>
                <a:path w="364490" h="316864">
                  <a:moveTo>
                    <a:pt x="123520" y="161442"/>
                  </a:moveTo>
                  <a:lnTo>
                    <a:pt x="116344" y="167220"/>
                  </a:lnTo>
                  <a:lnTo>
                    <a:pt x="118160" y="172580"/>
                  </a:lnTo>
                  <a:lnTo>
                    <a:pt x="119888" y="174116"/>
                  </a:lnTo>
                  <a:lnTo>
                    <a:pt x="125234" y="176263"/>
                  </a:lnTo>
                  <a:lnTo>
                    <a:pt x="130835" y="169519"/>
                  </a:lnTo>
                  <a:lnTo>
                    <a:pt x="123520" y="161442"/>
                  </a:lnTo>
                  <a:close/>
                </a:path>
                <a:path w="364490" h="316864">
                  <a:moveTo>
                    <a:pt x="196126" y="246049"/>
                  </a:moveTo>
                  <a:lnTo>
                    <a:pt x="184899" y="246049"/>
                  </a:lnTo>
                  <a:lnTo>
                    <a:pt x="184950" y="257378"/>
                  </a:lnTo>
                  <a:lnTo>
                    <a:pt x="196126" y="257378"/>
                  </a:lnTo>
                  <a:lnTo>
                    <a:pt x="196126" y="246049"/>
                  </a:lnTo>
                  <a:close/>
                </a:path>
                <a:path w="364490" h="316864">
                  <a:moveTo>
                    <a:pt x="150672" y="246049"/>
                  </a:moveTo>
                  <a:lnTo>
                    <a:pt x="139192" y="246049"/>
                  </a:lnTo>
                  <a:lnTo>
                    <a:pt x="139395" y="257428"/>
                  </a:lnTo>
                  <a:lnTo>
                    <a:pt x="150532" y="257428"/>
                  </a:lnTo>
                  <a:lnTo>
                    <a:pt x="150672" y="246049"/>
                  </a:lnTo>
                  <a:close/>
                </a:path>
              </a:pathLst>
            </a:custGeom>
            <a:solidFill>
              <a:srgbClr val="A6A6A6"/>
            </a:solidFill>
          </p:spPr>
          <p:txBody>
            <a:bodyPr wrap="square" lIns="0" tIns="0" rIns="0" bIns="0" rtlCol="0"/>
            <a:lstStyle/>
            <a:p>
              <a:endParaRPr sz="1950"/>
            </a:p>
          </p:txBody>
        </p:sp>
        <p:sp>
          <p:nvSpPr>
            <p:cNvPr id="26" name="object 26"/>
            <p:cNvSpPr txBox="1"/>
            <p:nvPr/>
          </p:nvSpPr>
          <p:spPr>
            <a:xfrm>
              <a:off x="4379414" y="4828992"/>
              <a:ext cx="174731" cy="163933"/>
            </a:xfrm>
            <a:prstGeom prst="rect">
              <a:avLst/>
            </a:prstGeom>
          </p:spPr>
          <p:txBody>
            <a:bodyPr vert="horz" wrap="square" lIns="0" tIns="13758" rIns="0" bIns="0" rtlCol="0">
              <a:spAutoFit/>
            </a:bodyPr>
            <a:lstStyle/>
            <a:p>
              <a:pPr>
                <a:spcBef>
                  <a:spcPts val="108"/>
                </a:spcBef>
              </a:pPr>
              <a:r>
                <a:rPr sz="975" b="1" spc="-27" dirty="0">
                  <a:latin typeface="Calibri"/>
                  <a:cs typeface="Calibri"/>
                </a:rPr>
                <a:t>IoT</a:t>
              </a:r>
              <a:endParaRPr sz="975">
                <a:latin typeface="Calibri"/>
                <a:cs typeface="Calibri"/>
              </a:endParaRPr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3732912" y="2385569"/>
              <a:ext cx="559276" cy="265383"/>
            </a:xfrm>
            <a:prstGeom prst="rect">
              <a:avLst/>
            </a:prstGeom>
          </p:spPr>
          <p:txBody>
            <a:bodyPr vert="horz" wrap="square" lIns="0" tIns="33708" rIns="0" bIns="0" rtlCol="0">
              <a:spAutoFit/>
            </a:bodyPr>
            <a:lstStyle/>
            <a:p>
              <a:pPr marL="14446" marR="5503" indent="-15134">
                <a:lnSpc>
                  <a:spcPts val="887"/>
                </a:lnSpc>
                <a:spcBef>
                  <a:spcPts val="265"/>
                </a:spcBef>
              </a:pPr>
              <a:r>
                <a:rPr sz="867" b="1" spc="-11" dirty="0">
                  <a:solidFill>
                    <a:srgbClr val="FFFFFF"/>
                  </a:solidFill>
                  <a:latin typeface="Calibri"/>
                  <a:cs typeface="Calibri"/>
                </a:rPr>
                <a:t>Partnership</a:t>
              </a:r>
              <a:r>
                <a:rPr sz="867" b="1" spc="542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867" b="1" spc="-11" dirty="0">
                  <a:solidFill>
                    <a:srgbClr val="FFFFFF"/>
                  </a:solidFill>
                  <a:latin typeface="Calibri"/>
                  <a:cs typeface="Calibri"/>
                </a:rPr>
                <a:t>ecosystems</a:t>
              </a:r>
              <a:endParaRPr sz="867">
                <a:latin typeface="Calibri"/>
                <a:cs typeface="Calibri"/>
              </a:endParaRPr>
            </a:p>
          </p:txBody>
        </p:sp>
        <p:grpSp>
          <p:nvGrpSpPr>
            <p:cNvPr id="28" name="object 28"/>
            <p:cNvGrpSpPr/>
            <p:nvPr/>
          </p:nvGrpSpPr>
          <p:grpSpPr>
            <a:xfrm>
              <a:off x="115776" y="1200645"/>
              <a:ext cx="5239173" cy="4180470"/>
              <a:chOff x="106870" y="514807"/>
              <a:chExt cx="4836160" cy="3858895"/>
            </a:xfrm>
          </p:grpSpPr>
          <p:sp>
            <p:nvSpPr>
              <p:cNvPr id="29" name="object 29"/>
              <p:cNvSpPr/>
              <p:nvPr/>
            </p:nvSpPr>
            <p:spPr>
              <a:xfrm>
                <a:off x="4090923" y="1341120"/>
                <a:ext cx="365760" cy="279400"/>
              </a:xfrm>
              <a:custGeom>
                <a:avLst/>
                <a:gdLst/>
                <a:ahLst/>
                <a:cxnLst/>
                <a:rect l="l" t="t" r="r" b="b"/>
                <a:pathLst>
                  <a:path w="365760" h="279400">
                    <a:moveTo>
                      <a:pt x="145668" y="252475"/>
                    </a:moveTo>
                    <a:lnTo>
                      <a:pt x="128432" y="238236"/>
                    </a:lnTo>
                    <a:lnTo>
                      <a:pt x="113696" y="221329"/>
                    </a:lnTo>
                    <a:lnTo>
                      <a:pt x="101770" y="202183"/>
                    </a:lnTo>
                    <a:lnTo>
                      <a:pt x="92963" y="181228"/>
                    </a:lnTo>
                  </a:path>
                  <a:path w="365760" h="279400">
                    <a:moveTo>
                      <a:pt x="88900" y="114300"/>
                    </a:moveTo>
                    <a:lnTo>
                      <a:pt x="105779" y="69008"/>
                    </a:lnTo>
                    <a:lnTo>
                      <a:pt x="136302" y="32765"/>
                    </a:lnTo>
                    <a:lnTo>
                      <a:pt x="177446" y="8715"/>
                    </a:lnTo>
                    <a:lnTo>
                      <a:pt x="226187" y="0"/>
                    </a:lnTo>
                    <a:lnTo>
                      <a:pt x="270304" y="7101"/>
                    </a:lnTo>
                    <a:lnTo>
                      <a:pt x="308619" y="26883"/>
                    </a:lnTo>
                    <a:lnTo>
                      <a:pt x="338831" y="57058"/>
                    </a:lnTo>
                    <a:lnTo>
                      <a:pt x="358644" y="95341"/>
                    </a:lnTo>
                    <a:lnTo>
                      <a:pt x="365760" y="139445"/>
                    </a:lnTo>
                    <a:lnTo>
                      <a:pt x="358644" y="183550"/>
                    </a:lnTo>
                    <a:lnTo>
                      <a:pt x="338831" y="221833"/>
                    </a:lnTo>
                    <a:lnTo>
                      <a:pt x="308619" y="252008"/>
                    </a:lnTo>
                    <a:lnTo>
                      <a:pt x="270304" y="271790"/>
                    </a:lnTo>
                    <a:lnTo>
                      <a:pt x="226187" y="278891"/>
                    </a:lnTo>
                    <a:lnTo>
                      <a:pt x="95422" y="278891"/>
                    </a:lnTo>
                    <a:lnTo>
                      <a:pt x="28273" y="278891"/>
                    </a:lnTo>
                    <a:lnTo>
                      <a:pt x="3534" y="278891"/>
                    </a:lnTo>
                    <a:lnTo>
                      <a:pt x="0" y="278891"/>
                    </a:lnTo>
                  </a:path>
                </a:pathLst>
              </a:custGeom>
              <a:ln w="9525">
                <a:solidFill>
                  <a:srgbClr val="A6A6A6"/>
                </a:solidFill>
              </a:ln>
            </p:spPr>
            <p:txBody>
              <a:bodyPr wrap="square" lIns="0" tIns="0" rIns="0" bIns="0" rtlCol="0"/>
              <a:lstStyle/>
              <a:p>
                <a:endParaRPr sz="1950"/>
              </a:p>
            </p:txBody>
          </p:sp>
          <p:sp>
            <p:nvSpPr>
              <p:cNvPr id="30" name="object 30"/>
              <p:cNvSpPr/>
              <p:nvPr/>
            </p:nvSpPr>
            <p:spPr>
              <a:xfrm>
                <a:off x="4166869" y="1443354"/>
                <a:ext cx="27940" cy="37465"/>
              </a:xfrm>
              <a:custGeom>
                <a:avLst/>
                <a:gdLst/>
                <a:ahLst/>
                <a:cxnLst/>
                <a:rect l="l" t="t" r="r" b="b"/>
                <a:pathLst>
                  <a:path w="27939" h="37465">
                    <a:moveTo>
                      <a:pt x="0" y="0"/>
                    </a:moveTo>
                    <a:lnTo>
                      <a:pt x="10794" y="37211"/>
                    </a:lnTo>
                    <a:lnTo>
                      <a:pt x="27939" y="3048"/>
                    </a:lnTo>
                    <a:lnTo>
                      <a:pt x="13969" y="9271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</p:spPr>
            <p:txBody>
              <a:bodyPr wrap="square" lIns="0" tIns="0" rIns="0" bIns="0" rtlCol="0"/>
              <a:lstStyle/>
              <a:p>
                <a:endParaRPr sz="1950"/>
              </a:p>
            </p:txBody>
          </p:sp>
          <p:sp>
            <p:nvSpPr>
              <p:cNvPr id="31" name="object 31"/>
              <p:cNvSpPr/>
              <p:nvPr/>
            </p:nvSpPr>
            <p:spPr>
              <a:xfrm>
                <a:off x="4166869" y="1443354"/>
                <a:ext cx="27940" cy="37465"/>
              </a:xfrm>
              <a:custGeom>
                <a:avLst/>
                <a:gdLst/>
                <a:ahLst/>
                <a:cxnLst/>
                <a:rect l="l" t="t" r="r" b="b"/>
                <a:pathLst>
                  <a:path w="27939" h="37465">
                    <a:moveTo>
                      <a:pt x="10794" y="37211"/>
                    </a:moveTo>
                    <a:lnTo>
                      <a:pt x="27939" y="3048"/>
                    </a:lnTo>
                    <a:lnTo>
                      <a:pt x="13969" y="9271"/>
                    </a:lnTo>
                    <a:lnTo>
                      <a:pt x="0" y="0"/>
                    </a:lnTo>
                    <a:lnTo>
                      <a:pt x="10794" y="37211"/>
                    </a:lnTo>
                    <a:close/>
                  </a:path>
                </a:pathLst>
              </a:custGeom>
              <a:ln w="9525">
                <a:solidFill>
                  <a:srgbClr val="A6A6A6"/>
                </a:solidFill>
              </a:ln>
            </p:spPr>
            <p:txBody>
              <a:bodyPr wrap="square" lIns="0" tIns="0" rIns="0" bIns="0" rtlCol="0"/>
              <a:lstStyle/>
              <a:p>
                <a:endParaRPr sz="1950"/>
              </a:p>
            </p:txBody>
          </p:sp>
          <p:sp>
            <p:nvSpPr>
              <p:cNvPr id="32" name="object 32"/>
              <p:cNvSpPr/>
              <p:nvPr/>
            </p:nvSpPr>
            <p:spPr>
              <a:xfrm>
                <a:off x="4396231" y="1620012"/>
                <a:ext cx="99695" cy="0"/>
              </a:xfrm>
              <a:custGeom>
                <a:avLst/>
                <a:gdLst/>
                <a:ahLst/>
                <a:cxnLst/>
                <a:rect l="l" t="t" r="r" b="b"/>
                <a:pathLst>
                  <a:path w="99695">
                    <a:moveTo>
                      <a:pt x="0" y="0"/>
                    </a:moveTo>
                    <a:lnTo>
                      <a:pt x="99187" y="0"/>
                    </a:lnTo>
                  </a:path>
                </a:pathLst>
              </a:custGeom>
              <a:ln w="9525">
                <a:solidFill>
                  <a:srgbClr val="A6A6A6"/>
                </a:solidFill>
              </a:ln>
            </p:spPr>
            <p:txBody>
              <a:bodyPr wrap="square" lIns="0" tIns="0" rIns="0" bIns="0" rtlCol="0"/>
              <a:lstStyle/>
              <a:p>
                <a:endParaRPr sz="1950"/>
              </a:p>
            </p:txBody>
          </p:sp>
          <p:sp>
            <p:nvSpPr>
              <p:cNvPr id="33" name="object 33"/>
              <p:cNvSpPr/>
              <p:nvPr/>
            </p:nvSpPr>
            <p:spPr>
              <a:xfrm>
                <a:off x="4484497" y="1604518"/>
                <a:ext cx="3619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36195" h="29844">
                    <a:moveTo>
                      <a:pt x="0" y="0"/>
                    </a:moveTo>
                    <a:lnTo>
                      <a:pt x="9270" y="15494"/>
                    </a:lnTo>
                    <a:lnTo>
                      <a:pt x="0" y="29464"/>
                    </a:lnTo>
                    <a:lnTo>
                      <a:pt x="35687" y="15494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A6A6A6"/>
              </a:solidFill>
            </p:spPr>
            <p:txBody>
              <a:bodyPr wrap="square" lIns="0" tIns="0" rIns="0" bIns="0" rtlCol="0"/>
              <a:lstStyle/>
              <a:p>
                <a:endParaRPr sz="1950"/>
              </a:p>
            </p:txBody>
          </p:sp>
          <p:sp>
            <p:nvSpPr>
              <p:cNvPr id="34" name="object 34"/>
              <p:cNvSpPr/>
              <p:nvPr/>
            </p:nvSpPr>
            <p:spPr>
              <a:xfrm>
                <a:off x="4484497" y="1604518"/>
                <a:ext cx="36195" cy="29845"/>
              </a:xfrm>
              <a:custGeom>
                <a:avLst/>
                <a:gdLst/>
                <a:ahLst/>
                <a:cxnLst/>
                <a:rect l="l" t="t" r="r" b="b"/>
                <a:pathLst>
                  <a:path w="36195" h="29844">
                    <a:moveTo>
                      <a:pt x="35687" y="15494"/>
                    </a:moveTo>
                    <a:lnTo>
                      <a:pt x="0" y="29464"/>
                    </a:lnTo>
                    <a:lnTo>
                      <a:pt x="9270" y="15494"/>
                    </a:lnTo>
                    <a:lnTo>
                      <a:pt x="0" y="0"/>
                    </a:lnTo>
                    <a:lnTo>
                      <a:pt x="35687" y="15494"/>
                    </a:lnTo>
                    <a:close/>
                  </a:path>
                </a:pathLst>
              </a:custGeom>
              <a:ln w="9524">
                <a:solidFill>
                  <a:srgbClr val="A6A6A6"/>
                </a:solidFill>
              </a:ln>
            </p:spPr>
            <p:txBody>
              <a:bodyPr wrap="square" lIns="0" tIns="0" rIns="0" bIns="0" rtlCol="0"/>
              <a:lstStyle/>
              <a:p>
                <a:endParaRPr sz="1950"/>
              </a:p>
            </p:txBody>
          </p:sp>
          <p:pic>
            <p:nvPicPr>
              <p:cNvPr id="35" name="object 35"/>
              <p:cNvPicPr/>
              <p:nvPr/>
            </p:nvPicPr>
            <p:blipFill>
              <a:blip r:embed="rId13" cstate="print"/>
              <a:stretch>
                <a:fillRect/>
              </a:stretch>
            </p:blipFill>
            <p:spPr>
              <a:xfrm>
                <a:off x="2900489" y="546417"/>
                <a:ext cx="328675" cy="326136"/>
              </a:xfrm>
              <a:prstGeom prst="rect">
                <a:avLst/>
              </a:prstGeom>
            </p:spPr>
          </p:pic>
          <p:sp>
            <p:nvSpPr>
              <p:cNvPr id="36" name="object 36"/>
              <p:cNvSpPr/>
              <p:nvPr/>
            </p:nvSpPr>
            <p:spPr>
              <a:xfrm>
                <a:off x="558914" y="1275079"/>
                <a:ext cx="346075" cy="220979"/>
              </a:xfrm>
              <a:custGeom>
                <a:avLst/>
                <a:gdLst/>
                <a:ahLst/>
                <a:cxnLst/>
                <a:rect l="l" t="t" r="r" b="b"/>
                <a:pathLst>
                  <a:path w="346075" h="220980">
                    <a:moveTo>
                      <a:pt x="232829" y="186055"/>
                    </a:moveTo>
                    <a:lnTo>
                      <a:pt x="229378" y="206099"/>
                    </a:lnTo>
                    <a:lnTo>
                      <a:pt x="227606" y="216392"/>
                    </a:lnTo>
                    <a:lnTo>
                      <a:pt x="226953" y="220184"/>
                    </a:lnTo>
                    <a:lnTo>
                      <a:pt x="226860" y="220725"/>
                    </a:lnTo>
                    <a:lnTo>
                      <a:pt x="255766" y="220725"/>
                    </a:lnTo>
                    <a:lnTo>
                      <a:pt x="270610" y="220725"/>
                    </a:lnTo>
                    <a:lnTo>
                      <a:pt x="276078" y="220725"/>
                    </a:lnTo>
                    <a:lnTo>
                      <a:pt x="276859" y="220725"/>
                    </a:lnTo>
                    <a:lnTo>
                      <a:pt x="290421" y="219485"/>
                    </a:lnTo>
                    <a:lnTo>
                      <a:pt x="303072" y="215757"/>
                    </a:lnTo>
                    <a:lnTo>
                      <a:pt x="334179" y="190357"/>
                    </a:lnTo>
                    <a:lnTo>
                      <a:pt x="345516" y="152781"/>
                    </a:lnTo>
                    <a:lnTo>
                      <a:pt x="344256" y="139386"/>
                    </a:lnTo>
                    <a:lnTo>
                      <a:pt x="325361" y="104775"/>
                    </a:lnTo>
                    <a:lnTo>
                      <a:pt x="286562" y="85598"/>
                    </a:lnTo>
                    <a:lnTo>
                      <a:pt x="288048" y="81915"/>
                    </a:lnTo>
                    <a:lnTo>
                      <a:pt x="288048" y="78232"/>
                    </a:lnTo>
                    <a:lnTo>
                      <a:pt x="288048" y="74549"/>
                    </a:lnTo>
                    <a:lnTo>
                      <a:pt x="287337" y="66085"/>
                    </a:lnTo>
                    <a:lnTo>
                      <a:pt x="262680" y="36004"/>
                    </a:lnTo>
                    <a:lnTo>
                      <a:pt x="247002" y="33147"/>
                    </a:lnTo>
                    <a:lnTo>
                      <a:pt x="239882" y="33696"/>
                    </a:lnTo>
                    <a:lnTo>
                      <a:pt x="233108" y="35353"/>
                    </a:lnTo>
                    <a:lnTo>
                      <a:pt x="226753" y="38129"/>
                    </a:lnTo>
                    <a:lnTo>
                      <a:pt x="220891" y="42037"/>
                    </a:lnTo>
                    <a:lnTo>
                      <a:pt x="217906" y="35433"/>
                    </a:lnTo>
                    <a:lnTo>
                      <a:pt x="180497" y="6000"/>
                    </a:lnTo>
                    <a:lnTo>
                      <a:pt x="148501" y="0"/>
                    </a:lnTo>
                    <a:lnTo>
                      <a:pt x="131836" y="1512"/>
                    </a:lnTo>
                    <a:lnTo>
                      <a:pt x="89547" y="23622"/>
                    </a:lnTo>
                    <a:lnTo>
                      <a:pt x="67198" y="65448"/>
                    </a:lnTo>
                    <a:lnTo>
                      <a:pt x="65671" y="81915"/>
                    </a:lnTo>
                    <a:lnTo>
                      <a:pt x="65671" y="83439"/>
                    </a:lnTo>
                    <a:lnTo>
                      <a:pt x="65671" y="84074"/>
                    </a:lnTo>
                    <a:lnTo>
                      <a:pt x="65671" y="84836"/>
                    </a:lnTo>
                    <a:lnTo>
                      <a:pt x="52781" y="86504"/>
                    </a:lnTo>
                    <a:lnTo>
                      <a:pt x="40944" y="90376"/>
                    </a:lnTo>
                    <a:lnTo>
                      <a:pt x="11331" y="115312"/>
                    </a:lnTo>
                    <a:lnTo>
                      <a:pt x="0" y="152781"/>
                    </a:lnTo>
                    <a:lnTo>
                      <a:pt x="1259" y="166497"/>
                    </a:lnTo>
                    <a:lnTo>
                      <a:pt x="20142" y="200787"/>
                    </a:lnTo>
                    <a:lnTo>
                      <a:pt x="53724" y="219485"/>
                    </a:lnTo>
                    <a:lnTo>
                      <a:pt x="67157" y="220725"/>
                    </a:lnTo>
                    <a:lnTo>
                      <a:pt x="68656" y="220725"/>
                    </a:lnTo>
                    <a:lnTo>
                      <a:pt x="69392" y="220725"/>
                    </a:lnTo>
                    <a:lnTo>
                      <a:pt x="101485" y="220725"/>
                    </a:lnTo>
                    <a:lnTo>
                      <a:pt x="104936" y="200681"/>
                    </a:lnTo>
                    <a:lnTo>
                      <a:pt x="106708" y="190388"/>
                    </a:lnTo>
                    <a:lnTo>
                      <a:pt x="107361" y="186596"/>
                    </a:lnTo>
                    <a:lnTo>
                      <a:pt x="107454" y="186055"/>
                    </a:lnTo>
                  </a:path>
                </a:pathLst>
              </a:custGeom>
              <a:ln w="9524">
                <a:solidFill>
                  <a:srgbClr val="A6A6A6"/>
                </a:solidFill>
              </a:ln>
            </p:spPr>
            <p:txBody>
              <a:bodyPr wrap="square" lIns="0" tIns="0" rIns="0" bIns="0" rtlCol="0"/>
              <a:lstStyle/>
              <a:p>
                <a:endParaRPr sz="1950"/>
              </a:p>
            </p:txBody>
          </p:sp>
          <p:pic>
            <p:nvPicPr>
              <p:cNvPr id="37" name="object 37"/>
              <p:cNvPicPr/>
              <p:nvPr/>
            </p:nvPicPr>
            <p:blipFill>
              <a:blip r:embed="rId14" cstate="print"/>
              <a:stretch>
                <a:fillRect/>
              </a:stretch>
            </p:blipFill>
            <p:spPr>
              <a:xfrm>
                <a:off x="569074" y="1355915"/>
                <a:ext cx="284899" cy="284861"/>
              </a:xfrm>
              <a:prstGeom prst="rect">
                <a:avLst/>
              </a:prstGeom>
            </p:spPr>
          </p:pic>
          <p:pic>
            <p:nvPicPr>
              <p:cNvPr id="38" name="object 38"/>
              <p:cNvPicPr/>
              <p:nvPr/>
            </p:nvPicPr>
            <p:blipFill>
              <a:blip r:embed="rId15" cstate="print"/>
              <a:stretch>
                <a:fillRect/>
              </a:stretch>
            </p:blipFill>
            <p:spPr>
              <a:xfrm>
                <a:off x="370128" y="2508631"/>
                <a:ext cx="300596" cy="299085"/>
              </a:xfrm>
              <a:prstGeom prst="rect">
                <a:avLst/>
              </a:prstGeom>
            </p:spPr>
          </p:pic>
          <p:pic>
            <p:nvPicPr>
              <p:cNvPr id="39" name="object 39"/>
              <p:cNvPicPr/>
              <p:nvPr/>
            </p:nvPicPr>
            <p:blipFill>
              <a:blip r:embed="rId16" cstate="print"/>
              <a:stretch>
                <a:fillRect/>
              </a:stretch>
            </p:blipFill>
            <p:spPr>
              <a:xfrm>
                <a:off x="3676523" y="3864229"/>
                <a:ext cx="278891" cy="281317"/>
              </a:xfrm>
              <a:prstGeom prst="rect">
                <a:avLst/>
              </a:prstGeom>
            </p:spPr>
          </p:pic>
          <p:sp>
            <p:nvSpPr>
              <p:cNvPr id="40" name="object 40"/>
              <p:cNvSpPr/>
              <p:nvPr/>
            </p:nvSpPr>
            <p:spPr>
              <a:xfrm>
                <a:off x="4422902" y="2458847"/>
                <a:ext cx="83820" cy="304165"/>
              </a:xfrm>
              <a:custGeom>
                <a:avLst/>
                <a:gdLst/>
                <a:ahLst/>
                <a:cxnLst/>
                <a:rect l="l" t="t" r="r" b="b"/>
                <a:pathLst>
                  <a:path w="83820" h="304164">
                    <a:moveTo>
                      <a:pt x="6223" y="261111"/>
                    </a:moveTo>
                    <a:lnTo>
                      <a:pt x="3048" y="261111"/>
                    </a:lnTo>
                    <a:lnTo>
                      <a:pt x="0" y="264159"/>
                    </a:lnTo>
                    <a:lnTo>
                      <a:pt x="0" y="267207"/>
                    </a:lnTo>
                    <a:lnTo>
                      <a:pt x="1787" y="272426"/>
                    </a:lnTo>
                    <a:lnTo>
                      <a:pt x="7350" y="281622"/>
                    </a:lnTo>
                    <a:lnTo>
                      <a:pt x="16984" y="291961"/>
                    </a:lnTo>
                    <a:lnTo>
                      <a:pt x="30987" y="300608"/>
                    </a:lnTo>
                    <a:lnTo>
                      <a:pt x="34036" y="303656"/>
                    </a:lnTo>
                    <a:lnTo>
                      <a:pt x="46482" y="303656"/>
                    </a:lnTo>
                    <a:lnTo>
                      <a:pt x="53978" y="303085"/>
                    </a:lnTo>
                    <a:lnTo>
                      <a:pt x="62356" y="301370"/>
                    </a:lnTo>
                    <a:lnTo>
                      <a:pt x="71306" y="298513"/>
                    </a:lnTo>
                    <a:lnTo>
                      <a:pt x="80518" y="294513"/>
                    </a:lnTo>
                    <a:lnTo>
                      <a:pt x="80666" y="294370"/>
                    </a:lnTo>
                    <a:lnTo>
                      <a:pt x="42132" y="294370"/>
                    </a:lnTo>
                    <a:lnTo>
                      <a:pt x="34036" y="291464"/>
                    </a:lnTo>
                    <a:lnTo>
                      <a:pt x="22344" y="285103"/>
                    </a:lnTo>
                    <a:lnTo>
                      <a:pt x="14700" y="277050"/>
                    </a:lnTo>
                    <a:lnTo>
                      <a:pt x="10533" y="270140"/>
                    </a:lnTo>
                    <a:lnTo>
                      <a:pt x="9271" y="267207"/>
                    </a:lnTo>
                    <a:lnTo>
                      <a:pt x="9271" y="264159"/>
                    </a:lnTo>
                    <a:lnTo>
                      <a:pt x="6223" y="261111"/>
                    </a:lnTo>
                    <a:close/>
                  </a:path>
                  <a:path w="83820" h="304164">
                    <a:moveTo>
                      <a:pt x="72908" y="9016"/>
                    </a:moveTo>
                    <a:lnTo>
                      <a:pt x="49530" y="9016"/>
                    </a:lnTo>
                    <a:lnTo>
                      <a:pt x="58670" y="10636"/>
                    </a:lnTo>
                    <a:lnTo>
                      <a:pt x="66643" y="15112"/>
                    </a:lnTo>
                    <a:lnTo>
                      <a:pt x="72282" y="21875"/>
                    </a:lnTo>
                    <a:lnTo>
                      <a:pt x="74422" y="30352"/>
                    </a:lnTo>
                    <a:lnTo>
                      <a:pt x="74422" y="285369"/>
                    </a:lnTo>
                    <a:lnTo>
                      <a:pt x="62896" y="291036"/>
                    </a:lnTo>
                    <a:lnTo>
                      <a:pt x="51942" y="294131"/>
                    </a:lnTo>
                    <a:lnTo>
                      <a:pt x="42132" y="294370"/>
                    </a:lnTo>
                    <a:lnTo>
                      <a:pt x="80666" y="294370"/>
                    </a:lnTo>
                    <a:lnTo>
                      <a:pt x="83693" y="291464"/>
                    </a:lnTo>
                    <a:lnTo>
                      <a:pt x="83693" y="30352"/>
                    </a:lnTo>
                    <a:lnTo>
                      <a:pt x="80980" y="19180"/>
                    </a:lnTo>
                    <a:lnTo>
                      <a:pt x="73612" y="9461"/>
                    </a:lnTo>
                    <a:lnTo>
                      <a:pt x="72908" y="9016"/>
                    </a:lnTo>
                    <a:close/>
                  </a:path>
                  <a:path w="83820" h="304164">
                    <a:moveTo>
                      <a:pt x="49530" y="0"/>
                    </a:moveTo>
                    <a:lnTo>
                      <a:pt x="36865" y="2599"/>
                    </a:lnTo>
                    <a:lnTo>
                      <a:pt x="27082" y="9461"/>
                    </a:lnTo>
                    <a:lnTo>
                      <a:pt x="20776" y="19180"/>
                    </a:lnTo>
                    <a:lnTo>
                      <a:pt x="18542" y="30352"/>
                    </a:lnTo>
                    <a:lnTo>
                      <a:pt x="18542" y="42417"/>
                    </a:lnTo>
                    <a:lnTo>
                      <a:pt x="21717" y="45465"/>
                    </a:lnTo>
                    <a:lnTo>
                      <a:pt x="24764" y="42417"/>
                    </a:lnTo>
                    <a:lnTo>
                      <a:pt x="27939" y="42417"/>
                    </a:lnTo>
                    <a:lnTo>
                      <a:pt x="27939" y="30352"/>
                    </a:lnTo>
                    <a:lnTo>
                      <a:pt x="29581" y="21875"/>
                    </a:lnTo>
                    <a:lnTo>
                      <a:pt x="34115" y="15112"/>
                    </a:lnTo>
                    <a:lnTo>
                      <a:pt x="40959" y="10636"/>
                    </a:lnTo>
                    <a:lnTo>
                      <a:pt x="49530" y="9016"/>
                    </a:lnTo>
                    <a:lnTo>
                      <a:pt x="72908" y="9016"/>
                    </a:lnTo>
                    <a:lnTo>
                      <a:pt x="62743" y="2599"/>
                    </a:lnTo>
                    <a:lnTo>
                      <a:pt x="49530" y="0"/>
                    </a:lnTo>
                    <a:close/>
                  </a:path>
                </a:pathLst>
              </a:custGeom>
              <a:solidFill>
                <a:srgbClr val="A6A6A6"/>
              </a:solidFill>
            </p:spPr>
            <p:txBody>
              <a:bodyPr wrap="square" lIns="0" tIns="0" rIns="0" bIns="0" rtlCol="0"/>
              <a:lstStyle/>
              <a:p>
                <a:endParaRPr sz="1950"/>
              </a:p>
            </p:txBody>
          </p:sp>
          <p:pic>
            <p:nvPicPr>
              <p:cNvPr id="41" name="object 41"/>
              <p:cNvPicPr/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4359402" y="2483612"/>
                <a:ext cx="147193" cy="266445"/>
              </a:xfrm>
              <a:prstGeom prst="rect">
                <a:avLst/>
              </a:prstGeom>
            </p:spPr>
          </p:pic>
          <p:sp>
            <p:nvSpPr>
              <p:cNvPr id="42" name="object 42"/>
              <p:cNvSpPr/>
              <p:nvPr/>
            </p:nvSpPr>
            <p:spPr>
              <a:xfrm>
                <a:off x="4503419" y="2455672"/>
                <a:ext cx="154940" cy="309880"/>
              </a:xfrm>
              <a:custGeom>
                <a:avLst/>
                <a:gdLst/>
                <a:ahLst/>
                <a:cxnLst/>
                <a:rect l="l" t="t" r="r" b="b"/>
                <a:pathLst>
                  <a:path w="154939" h="309880">
                    <a:moveTo>
                      <a:pt x="63880" y="246125"/>
                    </a:moveTo>
                    <a:lnTo>
                      <a:pt x="57784" y="246125"/>
                    </a:lnTo>
                    <a:lnTo>
                      <a:pt x="49928" y="252410"/>
                    </a:lnTo>
                    <a:lnTo>
                      <a:pt x="40655" y="257540"/>
                    </a:lnTo>
                    <a:lnTo>
                      <a:pt x="30835" y="261502"/>
                    </a:lnTo>
                    <a:lnTo>
                      <a:pt x="21335" y="264286"/>
                    </a:lnTo>
                    <a:lnTo>
                      <a:pt x="18287" y="264286"/>
                    </a:lnTo>
                    <a:lnTo>
                      <a:pt x="15239" y="267334"/>
                    </a:lnTo>
                    <a:lnTo>
                      <a:pt x="12191" y="300863"/>
                    </a:lnTo>
                    <a:lnTo>
                      <a:pt x="3047" y="300863"/>
                    </a:lnTo>
                    <a:lnTo>
                      <a:pt x="0" y="303783"/>
                    </a:lnTo>
                    <a:lnTo>
                      <a:pt x="0" y="309879"/>
                    </a:lnTo>
                    <a:lnTo>
                      <a:pt x="21335" y="309879"/>
                    </a:lnTo>
                    <a:lnTo>
                      <a:pt x="21383" y="306310"/>
                    </a:lnTo>
                    <a:lnTo>
                      <a:pt x="24383" y="273430"/>
                    </a:lnTo>
                    <a:lnTo>
                      <a:pt x="35169" y="270623"/>
                    </a:lnTo>
                    <a:lnTo>
                      <a:pt x="44846" y="266969"/>
                    </a:lnTo>
                    <a:lnTo>
                      <a:pt x="53405" y="262768"/>
                    </a:lnTo>
                    <a:lnTo>
                      <a:pt x="60832" y="258317"/>
                    </a:lnTo>
                    <a:lnTo>
                      <a:pt x="77604" y="258317"/>
                    </a:lnTo>
                    <a:lnTo>
                      <a:pt x="63880" y="246125"/>
                    </a:lnTo>
                    <a:close/>
                  </a:path>
                  <a:path w="154939" h="309880">
                    <a:moveTo>
                      <a:pt x="77604" y="258317"/>
                    </a:moveTo>
                    <a:lnTo>
                      <a:pt x="60832" y="258317"/>
                    </a:lnTo>
                    <a:lnTo>
                      <a:pt x="88137" y="279526"/>
                    </a:lnTo>
                    <a:lnTo>
                      <a:pt x="94233" y="279526"/>
                    </a:lnTo>
                    <a:lnTo>
                      <a:pt x="103377" y="270382"/>
                    </a:lnTo>
                    <a:lnTo>
                      <a:pt x="91185" y="270382"/>
                    </a:lnTo>
                    <a:lnTo>
                      <a:pt x="77604" y="258317"/>
                    </a:lnTo>
                    <a:close/>
                  </a:path>
                  <a:path w="154939" h="309880">
                    <a:moveTo>
                      <a:pt x="103250" y="39496"/>
                    </a:moveTo>
                    <a:lnTo>
                      <a:pt x="91185" y="39496"/>
                    </a:lnTo>
                    <a:lnTo>
                      <a:pt x="112394" y="60832"/>
                    </a:lnTo>
                    <a:lnTo>
                      <a:pt x="91185" y="88137"/>
                    </a:lnTo>
                    <a:lnTo>
                      <a:pt x="88137" y="91185"/>
                    </a:lnTo>
                    <a:lnTo>
                      <a:pt x="88137" y="94233"/>
                    </a:lnTo>
                    <a:lnTo>
                      <a:pt x="91185" y="94233"/>
                    </a:lnTo>
                    <a:lnTo>
                      <a:pt x="95710" y="103405"/>
                    </a:lnTo>
                    <a:lnTo>
                      <a:pt x="99949" y="112839"/>
                    </a:lnTo>
                    <a:lnTo>
                      <a:pt x="103616" y="122844"/>
                    </a:lnTo>
                    <a:lnTo>
                      <a:pt x="106425" y="133730"/>
                    </a:lnTo>
                    <a:lnTo>
                      <a:pt x="106425" y="136826"/>
                    </a:lnTo>
                    <a:lnTo>
                      <a:pt x="109918" y="136826"/>
                    </a:lnTo>
                    <a:lnTo>
                      <a:pt x="145922" y="139826"/>
                    </a:lnTo>
                    <a:lnTo>
                      <a:pt x="145922" y="170227"/>
                    </a:lnTo>
                    <a:lnTo>
                      <a:pt x="145351" y="170227"/>
                    </a:lnTo>
                    <a:lnTo>
                      <a:pt x="109346" y="173227"/>
                    </a:lnTo>
                    <a:lnTo>
                      <a:pt x="106425" y="173227"/>
                    </a:lnTo>
                    <a:lnTo>
                      <a:pt x="106425" y="176275"/>
                    </a:lnTo>
                    <a:lnTo>
                      <a:pt x="103616" y="187108"/>
                    </a:lnTo>
                    <a:lnTo>
                      <a:pt x="99948" y="197119"/>
                    </a:lnTo>
                    <a:lnTo>
                      <a:pt x="95710" y="206583"/>
                    </a:lnTo>
                    <a:lnTo>
                      <a:pt x="91185" y="215772"/>
                    </a:lnTo>
                    <a:lnTo>
                      <a:pt x="88137" y="215772"/>
                    </a:lnTo>
                    <a:lnTo>
                      <a:pt x="88137" y="218820"/>
                    </a:lnTo>
                    <a:lnTo>
                      <a:pt x="91185" y="221869"/>
                    </a:lnTo>
                    <a:lnTo>
                      <a:pt x="112394" y="249173"/>
                    </a:lnTo>
                    <a:lnTo>
                      <a:pt x="91185" y="270382"/>
                    </a:lnTo>
                    <a:lnTo>
                      <a:pt x="103377" y="270382"/>
                    </a:lnTo>
                    <a:lnTo>
                      <a:pt x="124587" y="249173"/>
                    </a:lnTo>
                    <a:lnTo>
                      <a:pt x="124587" y="246125"/>
                    </a:lnTo>
                    <a:lnTo>
                      <a:pt x="121538" y="246125"/>
                    </a:lnTo>
                    <a:lnTo>
                      <a:pt x="100329" y="215772"/>
                    </a:lnTo>
                    <a:lnTo>
                      <a:pt x="104358" y="208393"/>
                    </a:lnTo>
                    <a:lnTo>
                      <a:pt x="107505" y="200167"/>
                    </a:lnTo>
                    <a:lnTo>
                      <a:pt x="110081" y="191394"/>
                    </a:lnTo>
                    <a:lnTo>
                      <a:pt x="112394" y="182371"/>
                    </a:lnTo>
                    <a:lnTo>
                      <a:pt x="148843" y="179323"/>
                    </a:lnTo>
                    <a:lnTo>
                      <a:pt x="151891" y="179323"/>
                    </a:lnTo>
                    <a:lnTo>
                      <a:pt x="154939" y="176275"/>
                    </a:lnTo>
                    <a:lnTo>
                      <a:pt x="154939" y="133730"/>
                    </a:lnTo>
                    <a:lnTo>
                      <a:pt x="151891" y="130682"/>
                    </a:lnTo>
                    <a:lnTo>
                      <a:pt x="148843" y="130682"/>
                    </a:lnTo>
                    <a:lnTo>
                      <a:pt x="112394" y="127634"/>
                    </a:lnTo>
                    <a:lnTo>
                      <a:pt x="110081" y="118510"/>
                    </a:lnTo>
                    <a:lnTo>
                      <a:pt x="107505" y="109410"/>
                    </a:lnTo>
                    <a:lnTo>
                      <a:pt x="104358" y="100310"/>
                    </a:lnTo>
                    <a:lnTo>
                      <a:pt x="100329" y="91185"/>
                    </a:lnTo>
                    <a:lnTo>
                      <a:pt x="121538" y="63880"/>
                    </a:lnTo>
                    <a:lnTo>
                      <a:pt x="124587" y="63880"/>
                    </a:lnTo>
                    <a:lnTo>
                      <a:pt x="124587" y="60832"/>
                    </a:lnTo>
                    <a:lnTo>
                      <a:pt x="103250" y="39496"/>
                    </a:lnTo>
                    <a:close/>
                  </a:path>
                  <a:path w="154939" h="309880">
                    <a:moveTo>
                      <a:pt x="21335" y="0"/>
                    </a:moveTo>
                    <a:lnTo>
                      <a:pt x="0" y="0"/>
                    </a:lnTo>
                    <a:lnTo>
                      <a:pt x="0" y="6095"/>
                    </a:lnTo>
                    <a:lnTo>
                      <a:pt x="3047" y="9143"/>
                    </a:lnTo>
                    <a:lnTo>
                      <a:pt x="12191" y="9143"/>
                    </a:lnTo>
                    <a:lnTo>
                      <a:pt x="15216" y="39258"/>
                    </a:lnTo>
                    <a:lnTo>
                      <a:pt x="15239" y="42544"/>
                    </a:lnTo>
                    <a:lnTo>
                      <a:pt x="18287" y="45592"/>
                    </a:lnTo>
                    <a:lnTo>
                      <a:pt x="21335" y="45592"/>
                    </a:lnTo>
                    <a:lnTo>
                      <a:pt x="30835" y="48450"/>
                    </a:lnTo>
                    <a:lnTo>
                      <a:pt x="40655" y="52450"/>
                    </a:lnTo>
                    <a:lnTo>
                      <a:pt x="49928" y="57594"/>
                    </a:lnTo>
                    <a:lnTo>
                      <a:pt x="57784" y="63880"/>
                    </a:lnTo>
                    <a:lnTo>
                      <a:pt x="63880" y="63880"/>
                    </a:lnTo>
                    <a:lnTo>
                      <a:pt x="63880" y="60832"/>
                    </a:lnTo>
                    <a:lnTo>
                      <a:pt x="75583" y="51688"/>
                    </a:lnTo>
                    <a:lnTo>
                      <a:pt x="60832" y="51688"/>
                    </a:lnTo>
                    <a:lnTo>
                      <a:pt x="53405" y="47164"/>
                    </a:lnTo>
                    <a:lnTo>
                      <a:pt x="44846" y="42925"/>
                    </a:lnTo>
                    <a:lnTo>
                      <a:pt x="35169" y="39258"/>
                    </a:lnTo>
                    <a:lnTo>
                      <a:pt x="24383" y="36448"/>
                    </a:lnTo>
                    <a:lnTo>
                      <a:pt x="21335" y="3047"/>
                    </a:lnTo>
                    <a:lnTo>
                      <a:pt x="21335" y="0"/>
                    </a:lnTo>
                    <a:close/>
                  </a:path>
                  <a:path w="154939" h="309880">
                    <a:moveTo>
                      <a:pt x="91185" y="27431"/>
                    </a:moveTo>
                    <a:lnTo>
                      <a:pt x="88137" y="30479"/>
                    </a:lnTo>
                    <a:lnTo>
                      <a:pt x="60832" y="51688"/>
                    </a:lnTo>
                    <a:lnTo>
                      <a:pt x="75583" y="51688"/>
                    </a:lnTo>
                    <a:lnTo>
                      <a:pt x="91185" y="39496"/>
                    </a:lnTo>
                    <a:lnTo>
                      <a:pt x="103250" y="39496"/>
                    </a:lnTo>
                    <a:lnTo>
                      <a:pt x="91185" y="27431"/>
                    </a:lnTo>
                    <a:close/>
                  </a:path>
                </a:pathLst>
              </a:custGeom>
              <a:solidFill>
                <a:srgbClr val="A6A6A6"/>
              </a:solidFill>
            </p:spPr>
            <p:txBody>
              <a:bodyPr wrap="square" lIns="0" tIns="0" rIns="0" bIns="0" rtlCol="0"/>
              <a:lstStyle/>
              <a:p>
                <a:endParaRPr sz="1950"/>
              </a:p>
            </p:txBody>
          </p:sp>
          <p:pic>
            <p:nvPicPr>
              <p:cNvPr id="43" name="object 43"/>
              <p:cNvPicPr/>
              <p:nvPr/>
            </p:nvPicPr>
            <p:blipFill>
              <a:blip r:embed="rId18" cstate="print"/>
              <a:stretch>
                <a:fillRect/>
              </a:stretch>
            </p:blipFill>
            <p:spPr>
              <a:xfrm>
                <a:off x="4509642" y="2534666"/>
                <a:ext cx="69723" cy="151891"/>
              </a:xfrm>
              <a:prstGeom prst="rect">
                <a:avLst/>
              </a:prstGeom>
            </p:spPr>
          </p:pic>
          <p:sp>
            <p:nvSpPr>
              <p:cNvPr id="44" name="object 44"/>
              <p:cNvSpPr/>
              <p:nvPr/>
            </p:nvSpPr>
            <p:spPr>
              <a:xfrm>
                <a:off x="1366520" y="655446"/>
                <a:ext cx="347345" cy="248285"/>
              </a:xfrm>
              <a:custGeom>
                <a:avLst/>
                <a:gdLst/>
                <a:ahLst/>
                <a:cxnLst/>
                <a:rect l="l" t="t" r="r" b="b"/>
                <a:pathLst>
                  <a:path w="347344" h="248284">
                    <a:moveTo>
                      <a:pt x="347091" y="26797"/>
                    </a:moveTo>
                    <a:lnTo>
                      <a:pt x="345147" y="16192"/>
                    </a:lnTo>
                    <a:lnTo>
                      <a:pt x="342353" y="11557"/>
                    </a:lnTo>
                    <a:lnTo>
                      <a:pt x="340017" y="7696"/>
                    </a:lnTo>
                    <a:lnTo>
                      <a:pt x="335788" y="4406"/>
                    </a:lnTo>
                    <a:lnTo>
                      <a:pt x="335788" y="19177"/>
                    </a:lnTo>
                    <a:lnTo>
                      <a:pt x="335788" y="190373"/>
                    </a:lnTo>
                    <a:lnTo>
                      <a:pt x="335788" y="201803"/>
                    </a:lnTo>
                    <a:lnTo>
                      <a:pt x="335788" y="228854"/>
                    </a:lnTo>
                    <a:lnTo>
                      <a:pt x="331978" y="236474"/>
                    </a:lnTo>
                    <a:lnTo>
                      <a:pt x="18923" y="236474"/>
                    </a:lnTo>
                    <a:lnTo>
                      <a:pt x="11303" y="228854"/>
                    </a:lnTo>
                    <a:lnTo>
                      <a:pt x="11303" y="201803"/>
                    </a:lnTo>
                    <a:lnTo>
                      <a:pt x="335788" y="201803"/>
                    </a:lnTo>
                    <a:lnTo>
                      <a:pt x="335788" y="190373"/>
                    </a:lnTo>
                    <a:lnTo>
                      <a:pt x="11303" y="190373"/>
                    </a:lnTo>
                    <a:lnTo>
                      <a:pt x="11303" y="19177"/>
                    </a:lnTo>
                    <a:lnTo>
                      <a:pt x="18923" y="11557"/>
                    </a:lnTo>
                    <a:lnTo>
                      <a:pt x="331978" y="11557"/>
                    </a:lnTo>
                    <a:lnTo>
                      <a:pt x="335788" y="19177"/>
                    </a:lnTo>
                    <a:lnTo>
                      <a:pt x="335788" y="4406"/>
                    </a:lnTo>
                    <a:lnTo>
                      <a:pt x="332778" y="2044"/>
                    </a:lnTo>
                    <a:lnTo>
                      <a:pt x="324485" y="0"/>
                    </a:lnTo>
                    <a:lnTo>
                      <a:pt x="26416" y="0"/>
                    </a:lnTo>
                    <a:lnTo>
                      <a:pt x="15900" y="2044"/>
                    </a:lnTo>
                    <a:lnTo>
                      <a:pt x="7531" y="7696"/>
                    </a:lnTo>
                    <a:lnTo>
                      <a:pt x="1993" y="16192"/>
                    </a:lnTo>
                    <a:lnTo>
                      <a:pt x="0" y="26797"/>
                    </a:lnTo>
                    <a:lnTo>
                      <a:pt x="0" y="194183"/>
                    </a:lnTo>
                    <a:lnTo>
                      <a:pt x="0" y="197993"/>
                    </a:lnTo>
                    <a:lnTo>
                      <a:pt x="0" y="221234"/>
                    </a:lnTo>
                    <a:lnTo>
                      <a:pt x="1993" y="231838"/>
                    </a:lnTo>
                    <a:lnTo>
                      <a:pt x="7531" y="240284"/>
                    </a:lnTo>
                    <a:lnTo>
                      <a:pt x="15900" y="245884"/>
                    </a:lnTo>
                    <a:lnTo>
                      <a:pt x="26416" y="247904"/>
                    </a:lnTo>
                    <a:lnTo>
                      <a:pt x="324485" y="247904"/>
                    </a:lnTo>
                    <a:lnTo>
                      <a:pt x="332778" y="245884"/>
                    </a:lnTo>
                    <a:lnTo>
                      <a:pt x="340017" y="240284"/>
                    </a:lnTo>
                    <a:lnTo>
                      <a:pt x="342328" y="236474"/>
                    </a:lnTo>
                    <a:lnTo>
                      <a:pt x="345147" y="231838"/>
                    </a:lnTo>
                    <a:lnTo>
                      <a:pt x="347091" y="221234"/>
                    </a:lnTo>
                    <a:lnTo>
                      <a:pt x="347091" y="201803"/>
                    </a:lnTo>
                    <a:lnTo>
                      <a:pt x="347091" y="197993"/>
                    </a:lnTo>
                    <a:lnTo>
                      <a:pt x="347091" y="194183"/>
                    </a:lnTo>
                    <a:lnTo>
                      <a:pt x="347091" y="190373"/>
                    </a:lnTo>
                    <a:lnTo>
                      <a:pt x="347091" y="26797"/>
                    </a:lnTo>
                    <a:close/>
                  </a:path>
                </a:pathLst>
              </a:custGeom>
              <a:solidFill>
                <a:srgbClr val="A6A6A6"/>
              </a:solidFill>
            </p:spPr>
            <p:txBody>
              <a:bodyPr wrap="square" lIns="0" tIns="0" rIns="0" bIns="0" rtlCol="0"/>
              <a:lstStyle/>
              <a:p>
                <a:endParaRPr sz="1950"/>
              </a:p>
            </p:txBody>
          </p:sp>
          <p:pic>
            <p:nvPicPr>
              <p:cNvPr id="45" name="object 45"/>
              <p:cNvPicPr/>
              <p:nvPr/>
            </p:nvPicPr>
            <p:blipFill>
              <a:blip r:embed="rId19" cstate="print"/>
              <a:stretch>
                <a:fillRect/>
              </a:stretch>
            </p:blipFill>
            <p:spPr>
              <a:xfrm>
                <a:off x="1434719" y="891031"/>
                <a:ext cx="215392" cy="85216"/>
              </a:xfrm>
              <a:prstGeom prst="rect">
                <a:avLst/>
              </a:prstGeom>
            </p:spPr>
          </p:pic>
          <p:pic>
            <p:nvPicPr>
              <p:cNvPr id="46" name="object 46"/>
              <p:cNvPicPr/>
              <p:nvPr/>
            </p:nvPicPr>
            <p:blipFill>
              <a:blip r:embed="rId20" cstate="print"/>
              <a:stretch>
                <a:fillRect/>
              </a:stretch>
            </p:blipFill>
            <p:spPr>
              <a:xfrm>
                <a:off x="1442466" y="674115"/>
                <a:ext cx="199897" cy="159512"/>
              </a:xfrm>
              <a:prstGeom prst="rect">
                <a:avLst/>
              </a:prstGeom>
            </p:spPr>
          </p:pic>
          <p:sp>
            <p:nvSpPr>
              <p:cNvPr id="47" name="object 47"/>
              <p:cNvSpPr/>
              <p:nvPr/>
            </p:nvSpPr>
            <p:spPr>
              <a:xfrm>
                <a:off x="2440305" y="2173604"/>
                <a:ext cx="226060" cy="284480"/>
              </a:xfrm>
              <a:custGeom>
                <a:avLst/>
                <a:gdLst/>
                <a:ahLst/>
                <a:cxnLst/>
                <a:rect l="l" t="t" r="r" b="b"/>
                <a:pathLst>
                  <a:path w="226060" h="284480">
                    <a:moveTo>
                      <a:pt x="110108" y="0"/>
                    </a:moveTo>
                    <a:lnTo>
                      <a:pt x="58745" y="9590"/>
                    </a:lnTo>
                    <a:lnTo>
                      <a:pt x="26237" y="38600"/>
                    </a:lnTo>
                    <a:lnTo>
                      <a:pt x="12830" y="87383"/>
                    </a:lnTo>
                    <a:lnTo>
                      <a:pt x="11556" y="119252"/>
                    </a:lnTo>
                    <a:lnTo>
                      <a:pt x="4875" y="127750"/>
                    </a:lnTo>
                    <a:lnTo>
                      <a:pt x="1444" y="136270"/>
                    </a:lnTo>
                    <a:lnTo>
                      <a:pt x="180" y="144791"/>
                    </a:lnTo>
                    <a:lnTo>
                      <a:pt x="0" y="153288"/>
                    </a:lnTo>
                    <a:lnTo>
                      <a:pt x="0" y="159003"/>
                    </a:lnTo>
                    <a:lnTo>
                      <a:pt x="146" y="166574"/>
                    </a:lnTo>
                    <a:lnTo>
                      <a:pt x="180" y="168360"/>
                    </a:lnTo>
                    <a:lnTo>
                      <a:pt x="1336" y="177381"/>
                    </a:lnTo>
                    <a:lnTo>
                      <a:pt x="1444" y="178228"/>
                    </a:lnTo>
                    <a:lnTo>
                      <a:pt x="4875" y="187025"/>
                    </a:lnTo>
                    <a:lnTo>
                      <a:pt x="11556" y="193167"/>
                    </a:lnTo>
                    <a:lnTo>
                      <a:pt x="13743" y="212467"/>
                    </a:lnTo>
                    <a:lnTo>
                      <a:pt x="46355" y="255650"/>
                    </a:lnTo>
                    <a:lnTo>
                      <a:pt x="80375" y="276193"/>
                    </a:lnTo>
                    <a:lnTo>
                      <a:pt x="110108" y="283971"/>
                    </a:lnTo>
                    <a:lnTo>
                      <a:pt x="126642" y="281939"/>
                    </a:lnTo>
                    <a:lnTo>
                      <a:pt x="142652" y="276193"/>
                    </a:lnTo>
                    <a:lnTo>
                      <a:pt x="159758" y="267255"/>
                    </a:lnTo>
                    <a:lnTo>
                      <a:pt x="160273" y="266953"/>
                    </a:lnTo>
                    <a:lnTo>
                      <a:pt x="110108" y="266953"/>
                    </a:lnTo>
                    <a:lnTo>
                      <a:pt x="96148" y="264205"/>
                    </a:lnTo>
                    <a:lnTo>
                      <a:pt x="81105" y="257730"/>
                    </a:lnTo>
                    <a:lnTo>
                      <a:pt x="66085" y="250184"/>
                    </a:lnTo>
                    <a:lnTo>
                      <a:pt x="52196" y="244220"/>
                    </a:lnTo>
                    <a:lnTo>
                      <a:pt x="43636" y="231457"/>
                    </a:lnTo>
                    <a:lnTo>
                      <a:pt x="36194" y="218694"/>
                    </a:lnTo>
                    <a:lnTo>
                      <a:pt x="30944" y="205930"/>
                    </a:lnTo>
                    <a:lnTo>
                      <a:pt x="28956" y="193167"/>
                    </a:lnTo>
                    <a:lnTo>
                      <a:pt x="28956" y="187451"/>
                    </a:lnTo>
                    <a:lnTo>
                      <a:pt x="23240" y="181737"/>
                    </a:lnTo>
                    <a:lnTo>
                      <a:pt x="17399" y="176021"/>
                    </a:lnTo>
                    <a:lnTo>
                      <a:pt x="17399" y="136270"/>
                    </a:lnTo>
                    <a:lnTo>
                      <a:pt x="28956" y="124968"/>
                    </a:lnTo>
                    <a:lnTo>
                      <a:pt x="30140" y="93972"/>
                    </a:lnTo>
                    <a:lnTo>
                      <a:pt x="41225" y="49029"/>
                    </a:lnTo>
                    <a:lnTo>
                      <a:pt x="81105" y="19145"/>
                    </a:lnTo>
                    <a:lnTo>
                      <a:pt x="110108" y="17018"/>
                    </a:lnTo>
                    <a:lnTo>
                      <a:pt x="171650" y="17018"/>
                    </a:lnTo>
                    <a:lnTo>
                      <a:pt x="161347" y="9590"/>
                    </a:lnTo>
                    <a:lnTo>
                      <a:pt x="142605" y="2841"/>
                    </a:lnTo>
                    <a:lnTo>
                      <a:pt x="124981" y="355"/>
                    </a:lnTo>
                    <a:lnTo>
                      <a:pt x="110108" y="0"/>
                    </a:lnTo>
                    <a:close/>
                  </a:path>
                  <a:path w="226060" h="284480">
                    <a:moveTo>
                      <a:pt x="171650" y="17018"/>
                    </a:moveTo>
                    <a:lnTo>
                      <a:pt x="110108" y="17018"/>
                    </a:lnTo>
                    <a:lnTo>
                      <a:pt x="123997" y="17283"/>
                    </a:lnTo>
                    <a:lnTo>
                      <a:pt x="139017" y="19145"/>
                    </a:lnTo>
                    <a:lnTo>
                      <a:pt x="179831" y="49029"/>
                    </a:lnTo>
                    <a:lnTo>
                      <a:pt x="194881" y="93972"/>
                    </a:lnTo>
                    <a:lnTo>
                      <a:pt x="196976" y="124968"/>
                    </a:lnTo>
                    <a:lnTo>
                      <a:pt x="196976" y="130556"/>
                    </a:lnTo>
                    <a:lnTo>
                      <a:pt x="201193" y="134929"/>
                    </a:lnTo>
                    <a:lnTo>
                      <a:pt x="204898" y="139827"/>
                    </a:lnTo>
                    <a:lnTo>
                      <a:pt x="207531" y="145772"/>
                    </a:lnTo>
                    <a:lnTo>
                      <a:pt x="208533" y="153288"/>
                    </a:lnTo>
                    <a:lnTo>
                      <a:pt x="208533" y="159003"/>
                    </a:lnTo>
                    <a:lnTo>
                      <a:pt x="191134" y="187451"/>
                    </a:lnTo>
                    <a:lnTo>
                      <a:pt x="191134" y="193167"/>
                    </a:lnTo>
                    <a:lnTo>
                      <a:pt x="176508" y="231457"/>
                    </a:lnTo>
                    <a:lnTo>
                      <a:pt x="154882" y="250184"/>
                    </a:lnTo>
                    <a:lnTo>
                      <a:pt x="141208" y="257730"/>
                    </a:lnTo>
                    <a:lnTo>
                      <a:pt x="126462" y="264205"/>
                    </a:lnTo>
                    <a:lnTo>
                      <a:pt x="110108" y="266953"/>
                    </a:lnTo>
                    <a:lnTo>
                      <a:pt x="160273" y="266953"/>
                    </a:lnTo>
                    <a:lnTo>
                      <a:pt x="191442" y="242637"/>
                    </a:lnTo>
                    <a:lnTo>
                      <a:pt x="208533" y="193167"/>
                    </a:lnTo>
                    <a:lnTo>
                      <a:pt x="216128" y="187025"/>
                    </a:lnTo>
                    <a:lnTo>
                      <a:pt x="221567" y="178228"/>
                    </a:lnTo>
                    <a:lnTo>
                      <a:pt x="224839" y="168360"/>
                    </a:lnTo>
                    <a:lnTo>
                      <a:pt x="225932" y="159003"/>
                    </a:lnTo>
                    <a:lnTo>
                      <a:pt x="225932" y="153288"/>
                    </a:lnTo>
                    <a:lnTo>
                      <a:pt x="214249" y="119252"/>
                    </a:lnTo>
                    <a:lnTo>
                      <a:pt x="209671" y="87383"/>
                    </a:lnTo>
                    <a:lnTo>
                      <a:pt x="203438" y="60325"/>
                    </a:lnTo>
                    <a:lnTo>
                      <a:pt x="193942" y="38600"/>
                    </a:lnTo>
                    <a:lnTo>
                      <a:pt x="179577" y="22732"/>
                    </a:lnTo>
                    <a:lnTo>
                      <a:pt x="171650" y="17018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950"/>
              </a:p>
            </p:txBody>
          </p:sp>
          <p:pic>
            <p:nvPicPr>
              <p:cNvPr id="48" name="object 48"/>
              <p:cNvPicPr/>
              <p:nvPr/>
            </p:nvPicPr>
            <p:blipFill>
              <a:blip r:embed="rId21" cstate="print"/>
              <a:stretch>
                <a:fillRect/>
              </a:stretch>
            </p:blipFill>
            <p:spPr>
              <a:xfrm>
                <a:off x="2354199" y="2464562"/>
                <a:ext cx="393445" cy="125730"/>
              </a:xfrm>
              <a:prstGeom prst="rect">
                <a:avLst/>
              </a:prstGeom>
            </p:spPr>
          </p:pic>
          <p:sp>
            <p:nvSpPr>
              <p:cNvPr id="49" name="object 49"/>
              <p:cNvSpPr/>
              <p:nvPr/>
            </p:nvSpPr>
            <p:spPr>
              <a:xfrm>
                <a:off x="2470657" y="2224785"/>
                <a:ext cx="156210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156210" h="62864">
                    <a:moveTo>
                      <a:pt x="51943" y="0"/>
                    </a:moveTo>
                    <a:lnTo>
                      <a:pt x="40386" y="0"/>
                    </a:lnTo>
                    <a:lnTo>
                      <a:pt x="40386" y="5714"/>
                    </a:lnTo>
                    <a:lnTo>
                      <a:pt x="35095" y="16787"/>
                    </a:lnTo>
                    <a:lnTo>
                      <a:pt x="28162" y="30003"/>
                    </a:lnTo>
                    <a:lnTo>
                      <a:pt x="20133" y="41076"/>
                    </a:lnTo>
                    <a:lnTo>
                      <a:pt x="11556" y="45719"/>
                    </a:lnTo>
                    <a:lnTo>
                      <a:pt x="5715" y="45719"/>
                    </a:lnTo>
                    <a:lnTo>
                      <a:pt x="0" y="51434"/>
                    </a:lnTo>
                    <a:lnTo>
                      <a:pt x="0" y="57150"/>
                    </a:lnTo>
                    <a:lnTo>
                      <a:pt x="5715" y="62864"/>
                    </a:lnTo>
                    <a:lnTo>
                      <a:pt x="11556" y="62864"/>
                    </a:lnTo>
                    <a:lnTo>
                      <a:pt x="26814" y="59025"/>
                    </a:lnTo>
                    <a:lnTo>
                      <a:pt x="38274" y="49291"/>
                    </a:lnTo>
                    <a:lnTo>
                      <a:pt x="46472" y="36343"/>
                    </a:lnTo>
                    <a:lnTo>
                      <a:pt x="51943" y="22859"/>
                    </a:lnTo>
                    <a:lnTo>
                      <a:pt x="78557" y="22859"/>
                    </a:lnTo>
                    <a:lnTo>
                      <a:pt x="59977" y="9554"/>
                    </a:lnTo>
                    <a:lnTo>
                      <a:pt x="51943" y="0"/>
                    </a:lnTo>
                    <a:close/>
                  </a:path>
                  <a:path w="156210" h="62864">
                    <a:moveTo>
                      <a:pt x="78557" y="22859"/>
                    </a:moveTo>
                    <a:lnTo>
                      <a:pt x="51943" y="22859"/>
                    </a:lnTo>
                    <a:lnTo>
                      <a:pt x="68943" y="36343"/>
                    </a:lnTo>
                    <a:lnTo>
                      <a:pt x="92408" y="49291"/>
                    </a:lnTo>
                    <a:lnTo>
                      <a:pt x="120183" y="59025"/>
                    </a:lnTo>
                    <a:lnTo>
                      <a:pt x="150114" y="62864"/>
                    </a:lnTo>
                    <a:lnTo>
                      <a:pt x="155956" y="62864"/>
                    </a:lnTo>
                    <a:lnTo>
                      <a:pt x="155956" y="45719"/>
                    </a:lnTo>
                    <a:lnTo>
                      <a:pt x="150114" y="45719"/>
                    </a:lnTo>
                    <a:lnTo>
                      <a:pt x="112861" y="39379"/>
                    </a:lnTo>
                    <a:lnTo>
                      <a:pt x="81549" y="25003"/>
                    </a:lnTo>
                    <a:lnTo>
                      <a:pt x="78557" y="22859"/>
                    </a:lnTo>
                    <a:close/>
                  </a:path>
                </a:pathLst>
              </a:custGeom>
              <a:solidFill>
                <a:srgbClr val="000000"/>
              </a:solidFill>
            </p:spPr>
            <p:txBody>
              <a:bodyPr wrap="square" lIns="0" tIns="0" rIns="0" bIns="0" rtlCol="0"/>
              <a:lstStyle/>
              <a:p>
                <a:endParaRPr sz="1950"/>
              </a:p>
            </p:txBody>
          </p:sp>
          <p:pic>
            <p:nvPicPr>
              <p:cNvPr id="50" name="object 50"/>
              <p:cNvPicPr/>
              <p:nvPr/>
            </p:nvPicPr>
            <p:blipFill>
              <a:blip r:embed="rId22" cstate="print"/>
              <a:stretch>
                <a:fillRect/>
              </a:stretch>
            </p:blipFill>
            <p:spPr>
              <a:xfrm>
                <a:off x="1465008" y="1252410"/>
                <a:ext cx="395985" cy="358901"/>
              </a:xfrm>
              <a:prstGeom prst="rect">
                <a:avLst/>
              </a:prstGeom>
            </p:spPr>
          </p:pic>
          <p:pic>
            <p:nvPicPr>
              <p:cNvPr id="51" name="object 51"/>
              <p:cNvPicPr/>
              <p:nvPr/>
            </p:nvPicPr>
            <p:blipFill>
              <a:blip r:embed="rId23" cstate="print"/>
              <a:stretch>
                <a:fillRect/>
              </a:stretch>
            </p:blipFill>
            <p:spPr>
              <a:xfrm>
                <a:off x="1072388" y="2624518"/>
                <a:ext cx="124180" cy="175260"/>
              </a:xfrm>
              <a:prstGeom prst="rect">
                <a:avLst/>
              </a:prstGeom>
            </p:spPr>
          </p:pic>
          <p:sp>
            <p:nvSpPr>
              <p:cNvPr id="52" name="object 52"/>
              <p:cNvSpPr/>
              <p:nvPr/>
            </p:nvSpPr>
            <p:spPr>
              <a:xfrm>
                <a:off x="964044" y="2585063"/>
                <a:ext cx="287655" cy="309245"/>
              </a:xfrm>
              <a:custGeom>
                <a:avLst/>
                <a:gdLst/>
                <a:ahLst/>
                <a:cxnLst/>
                <a:rect l="l" t="t" r="r" b="b"/>
                <a:pathLst>
                  <a:path w="287655" h="309244">
                    <a:moveTo>
                      <a:pt x="248513" y="309139"/>
                    </a:moveTo>
                    <a:lnTo>
                      <a:pt x="246451" y="296066"/>
                    </a:lnTo>
                    <a:lnTo>
                      <a:pt x="244509" y="280469"/>
                    </a:lnTo>
                    <a:lnTo>
                      <a:pt x="243287" y="263205"/>
                    </a:lnTo>
                    <a:lnTo>
                      <a:pt x="243382" y="245131"/>
                    </a:lnTo>
                    <a:lnTo>
                      <a:pt x="245064" y="238541"/>
                    </a:lnTo>
                    <a:lnTo>
                      <a:pt x="250109" y="222224"/>
                    </a:lnTo>
                    <a:lnTo>
                      <a:pt x="258518" y="201358"/>
                    </a:lnTo>
                    <a:lnTo>
                      <a:pt x="270294" y="181123"/>
                    </a:lnTo>
                    <a:lnTo>
                      <a:pt x="277601" y="165181"/>
                    </a:lnTo>
                    <a:lnTo>
                      <a:pt x="287431" y="125593"/>
                    </a:lnTo>
                    <a:lnTo>
                      <a:pt x="281647" y="74717"/>
                    </a:lnTo>
                    <a:lnTo>
                      <a:pt x="242112" y="24913"/>
                    </a:lnTo>
                    <a:lnTo>
                      <a:pt x="229321" y="17101"/>
                    </a:lnTo>
                    <a:lnTo>
                      <a:pt x="194551" y="3752"/>
                    </a:lnTo>
                    <a:lnTo>
                      <a:pt x="143207" y="0"/>
                    </a:lnTo>
                    <a:lnTo>
                      <a:pt x="80695" y="20976"/>
                    </a:lnTo>
                    <a:lnTo>
                      <a:pt x="73049" y="25271"/>
                    </a:lnTo>
                    <a:lnTo>
                      <a:pt x="56996" y="39899"/>
                    </a:lnTo>
                    <a:lnTo>
                      <a:pt x="42864" y="67482"/>
                    </a:lnTo>
                    <a:lnTo>
                      <a:pt x="40982" y="110638"/>
                    </a:lnTo>
                    <a:lnTo>
                      <a:pt x="41283" y="113776"/>
                    </a:lnTo>
                    <a:lnTo>
                      <a:pt x="41465" y="121354"/>
                    </a:lnTo>
                    <a:lnTo>
                      <a:pt x="40447" y="130623"/>
                    </a:lnTo>
                    <a:lnTo>
                      <a:pt x="37147" y="138832"/>
                    </a:lnTo>
                    <a:lnTo>
                      <a:pt x="18630" y="161006"/>
                    </a:lnTo>
                    <a:lnTo>
                      <a:pt x="9121" y="172392"/>
                    </a:lnTo>
                    <a:lnTo>
                      <a:pt x="5618" y="176587"/>
                    </a:lnTo>
                    <a:lnTo>
                      <a:pt x="5118" y="177186"/>
                    </a:lnTo>
                    <a:lnTo>
                      <a:pt x="0" y="188743"/>
                    </a:lnTo>
                    <a:lnTo>
                      <a:pt x="12801" y="190013"/>
                    </a:lnTo>
                    <a:lnTo>
                      <a:pt x="33299" y="193950"/>
                    </a:lnTo>
                    <a:lnTo>
                      <a:pt x="34700" y="196728"/>
                    </a:lnTo>
                    <a:lnTo>
                      <a:pt x="37782" y="203698"/>
                    </a:lnTo>
                    <a:lnTo>
                      <a:pt x="40864" y="212810"/>
                    </a:lnTo>
                    <a:lnTo>
                      <a:pt x="42265" y="222017"/>
                    </a:lnTo>
                    <a:lnTo>
                      <a:pt x="42606" y="231834"/>
                    </a:lnTo>
                    <a:lnTo>
                      <a:pt x="42105" y="240924"/>
                    </a:lnTo>
                    <a:lnTo>
                      <a:pt x="41363" y="247610"/>
                    </a:lnTo>
                    <a:lnTo>
                      <a:pt x="40982" y="250211"/>
                    </a:lnTo>
                    <a:lnTo>
                      <a:pt x="39962" y="253329"/>
                    </a:lnTo>
                    <a:lnTo>
                      <a:pt x="38582" y="260768"/>
                    </a:lnTo>
                    <a:lnTo>
                      <a:pt x="39364" y="269660"/>
                    </a:lnTo>
                    <a:lnTo>
                      <a:pt x="44830" y="277135"/>
                    </a:lnTo>
                    <a:lnTo>
                      <a:pt x="47874" y="279078"/>
                    </a:lnTo>
                    <a:lnTo>
                      <a:pt x="57642" y="281152"/>
                    </a:lnTo>
                    <a:lnTo>
                      <a:pt x="77977" y="280582"/>
                    </a:lnTo>
                    <a:lnTo>
                      <a:pt x="112725" y="274595"/>
                    </a:lnTo>
                    <a:lnTo>
                      <a:pt x="113785" y="275472"/>
                    </a:lnTo>
                    <a:lnTo>
                      <a:pt x="116406" y="279707"/>
                    </a:lnTo>
                    <a:lnTo>
                      <a:pt x="119749" y="289704"/>
                    </a:lnTo>
                    <a:lnTo>
                      <a:pt x="122974" y="307869"/>
                    </a:lnTo>
                  </a:path>
                  <a:path w="287655" h="309244">
                    <a:moveTo>
                      <a:pt x="44932" y="223922"/>
                    </a:moveTo>
                    <a:lnTo>
                      <a:pt x="69722" y="223922"/>
                    </a:lnTo>
                  </a:path>
                </a:pathLst>
              </a:custGeom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 sz="1950"/>
              </a:p>
            </p:txBody>
          </p:sp>
          <p:sp>
            <p:nvSpPr>
              <p:cNvPr id="53" name="object 53"/>
              <p:cNvSpPr/>
              <p:nvPr/>
            </p:nvSpPr>
            <p:spPr>
              <a:xfrm>
                <a:off x="1061656" y="2613787"/>
                <a:ext cx="108585" cy="181610"/>
              </a:xfrm>
              <a:custGeom>
                <a:avLst/>
                <a:gdLst/>
                <a:ahLst/>
                <a:cxnLst/>
                <a:rect l="l" t="t" r="r" b="b"/>
                <a:pathLst>
                  <a:path w="108584" h="181610">
                    <a:moveTo>
                      <a:pt x="52679" y="20065"/>
                    </a:moveTo>
                    <a:lnTo>
                      <a:pt x="52679" y="0"/>
                    </a:lnTo>
                  </a:path>
                  <a:path w="108584" h="181610">
                    <a:moveTo>
                      <a:pt x="52679" y="106933"/>
                    </a:moveTo>
                    <a:lnTo>
                      <a:pt x="52679" y="86740"/>
                    </a:lnTo>
                  </a:path>
                  <a:path w="108584" h="181610">
                    <a:moveTo>
                      <a:pt x="88315" y="52705"/>
                    </a:moveTo>
                    <a:lnTo>
                      <a:pt x="106908" y="52705"/>
                    </a:lnTo>
                  </a:path>
                  <a:path w="108584" h="181610">
                    <a:moveTo>
                      <a:pt x="0" y="52705"/>
                    </a:moveTo>
                    <a:lnTo>
                      <a:pt x="20142" y="52705"/>
                    </a:lnTo>
                  </a:path>
                  <a:path w="108584" h="181610">
                    <a:moveTo>
                      <a:pt x="29438" y="29463"/>
                    </a:moveTo>
                    <a:lnTo>
                      <a:pt x="15493" y="15493"/>
                    </a:lnTo>
                  </a:path>
                  <a:path w="108584" h="181610">
                    <a:moveTo>
                      <a:pt x="91414" y="91439"/>
                    </a:moveTo>
                    <a:lnTo>
                      <a:pt x="77469" y="77469"/>
                    </a:lnTo>
                  </a:path>
                  <a:path w="108584" h="181610">
                    <a:moveTo>
                      <a:pt x="102260" y="164211"/>
                    </a:moveTo>
                    <a:lnTo>
                      <a:pt x="108458" y="181229"/>
                    </a:lnTo>
                  </a:path>
                  <a:path w="108584" h="181610">
                    <a:moveTo>
                      <a:pt x="75920" y="105282"/>
                    </a:moveTo>
                    <a:lnTo>
                      <a:pt x="82118" y="120776"/>
                    </a:lnTo>
                  </a:path>
                </a:pathLst>
              </a:custGeom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 sz="1950"/>
              </a:p>
            </p:txBody>
          </p:sp>
          <p:pic>
            <p:nvPicPr>
              <p:cNvPr id="54" name="object 54"/>
              <p:cNvPicPr/>
              <p:nvPr/>
            </p:nvPicPr>
            <p:blipFill>
              <a:blip r:embed="rId24" cstate="print"/>
              <a:stretch>
                <a:fillRect/>
              </a:stretch>
            </p:blipFill>
            <p:spPr>
              <a:xfrm>
                <a:off x="2261997" y="3847817"/>
                <a:ext cx="346392" cy="247653"/>
              </a:xfrm>
              <a:prstGeom prst="rect">
                <a:avLst/>
              </a:prstGeom>
            </p:spPr>
          </p:pic>
          <p:pic>
            <p:nvPicPr>
              <p:cNvPr id="55" name="object 55"/>
              <p:cNvPicPr/>
              <p:nvPr/>
            </p:nvPicPr>
            <p:blipFill>
              <a:blip r:embed="rId25" cstate="print"/>
              <a:stretch>
                <a:fillRect/>
              </a:stretch>
            </p:blipFill>
            <p:spPr>
              <a:xfrm>
                <a:off x="3789108" y="2590736"/>
                <a:ext cx="305562" cy="263651"/>
              </a:xfrm>
              <a:prstGeom prst="rect">
                <a:avLst/>
              </a:prstGeom>
            </p:spPr>
          </p:pic>
          <p:sp>
            <p:nvSpPr>
              <p:cNvPr id="56" name="object 56"/>
              <p:cNvSpPr/>
              <p:nvPr/>
            </p:nvSpPr>
            <p:spPr>
              <a:xfrm>
                <a:off x="3323209" y="1235963"/>
                <a:ext cx="265430" cy="156845"/>
              </a:xfrm>
              <a:custGeom>
                <a:avLst/>
                <a:gdLst/>
                <a:ahLst/>
                <a:cxnLst/>
                <a:rect l="l" t="t" r="r" b="b"/>
                <a:pathLst>
                  <a:path w="265429" h="156844">
                    <a:moveTo>
                      <a:pt x="234187" y="155321"/>
                    </a:moveTo>
                    <a:lnTo>
                      <a:pt x="252029" y="152677"/>
                    </a:lnTo>
                    <a:lnTo>
                      <a:pt x="261191" y="151320"/>
                    </a:lnTo>
                    <a:lnTo>
                      <a:pt x="264566" y="150820"/>
                    </a:lnTo>
                    <a:lnTo>
                      <a:pt x="265049" y="150749"/>
                    </a:lnTo>
                    <a:lnTo>
                      <a:pt x="265049" y="128942"/>
                    </a:lnTo>
                    <a:lnTo>
                      <a:pt x="265049" y="117744"/>
                    </a:lnTo>
                    <a:lnTo>
                      <a:pt x="265049" y="113619"/>
                    </a:lnTo>
                    <a:lnTo>
                      <a:pt x="265049" y="113030"/>
                    </a:lnTo>
                    <a:lnTo>
                      <a:pt x="244564" y="109726"/>
                    </a:lnTo>
                    <a:lnTo>
                      <a:pt x="234045" y="108029"/>
                    </a:lnTo>
                    <a:lnTo>
                      <a:pt x="230169" y="107404"/>
                    </a:lnTo>
                    <a:lnTo>
                      <a:pt x="229615" y="107314"/>
                    </a:lnTo>
                    <a:lnTo>
                      <a:pt x="227508" y="100474"/>
                    </a:lnTo>
                    <a:lnTo>
                      <a:pt x="224758" y="93741"/>
                    </a:lnTo>
                    <a:lnTo>
                      <a:pt x="221579" y="87223"/>
                    </a:lnTo>
                    <a:lnTo>
                      <a:pt x="218186" y="81025"/>
                    </a:lnTo>
                    <a:lnTo>
                      <a:pt x="230741" y="63918"/>
                    </a:lnTo>
                    <a:lnTo>
                      <a:pt x="237188" y="55133"/>
                    </a:lnTo>
                    <a:lnTo>
                      <a:pt x="239563" y="51897"/>
                    </a:lnTo>
                    <a:lnTo>
                      <a:pt x="239902" y="51435"/>
                    </a:lnTo>
                    <a:lnTo>
                      <a:pt x="224043" y="36236"/>
                    </a:lnTo>
                    <a:lnTo>
                      <a:pt x="215899" y="28432"/>
                    </a:lnTo>
                    <a:lnTo>
                      <a:pt x="212899" y="25556"/>
                    </a:lnTo>
                    <a:lnTo>
                      <a:pt x="212470" y="25146"/>
                    </a:lnTo>
                    <a:lnTo>
                      <a:pt x="195290" y="37040"/>
                    </a:lnTo>
                    <a:lnTo>
                      <a:pt x="186467" y="43148"/>
                    </a:lnTo>
                    <a:lnTo>
                      <a:pt x="183217" y="45398"/>
                    </a:lnTo>
                    <a:lnTo>
                      <a:pt x="182752" y="45720"/>
                    </a:lnTo>
                    <a:lnTo>
                      <a:pt x="176734" y="42505"/>
                    </a:lnTo>
                    <a:lnTo>
                      <a:pt x="170608" y="39719"/>
                    </a:lnTo>
                    <a:lnTo>
                      <a:pt x="164268" y="37361"/>
                    </a:lnTo>
                    <a:lnTo>
                      <a:pt x="157606" y="35433"/>
                    </a:lnTo>
                    <a:lnTo>
                      <a:pt x="154303" y="14948"/>
                    </a:lnTo>
                    <a:lnTo>
                      <a:pt x="152606" y="4429"/>
                    </a:lnTo>
                    <a:lnTo>
                      <a:pt x="151981" y="553"/>
                    </a:lnTo>
                    <a:lnTo>
                      <a:pt x="151891" y="0"/>
                    </a:lnTo>
                    <a:lnTo>
                      <a:pt x="129498" y="0"/>
                    </a:lnTo>
                    <a:lnTo>
                      <a:pt x="117998" y="0"/>
                    </a:lnTo>
                    <a:lnTo>
                      <a:pt x="113762" y="0"/>
                    </a:lnTo>
                    <a:lnTo>
                      <a:pt x="113156" y="0"/>
                    </a:lnTo>
                    <a:lnTo>
                      <a:pt x="109853" y="20484"/>
                    </a:lnTo>
                    <a:lnTo>
                      <a:pt x="108156" y="31003"/>
                    </a:lnTo>
                    <a:lnTo>
                      <a:pt x="107531" y="34879"/>
                    </a:lnTo>
                    <a:lnTo>
                      <a:pt x="107441" y="35433"/>
                    </a:lnTo>
                    <a:lnTo>
                      <a:pt x="100780" y="37361"/>
                    </a:lnTo>
                    <a:lnTo>
                      <a:pt x="94440" y="39719"/>
                    </a:lnTo>
                    <a:lnTo>
                      <a:pt x="88314" y="42505"/>
                    </a:lnTo>
                    <a:lnTo>
                      <a:pt x="82295" y="45720"/>
                    </a:lnTo>
                    <a:lnTo>
                      <a:pt x="65115" y="33825"/>
                    </a:lnTo>
                    <a:lnTo>
                      <a:pt x="56292" y="27717"/>
                    </a:lnTo>
                    <a:lnTo>
                      <a:pt x="53042" y="25467"/>
                    </a:lnTo>
                    <a:lnTo>
                      <a:pt x="52577" y="25146"/>
                    </a:lnTo>
                    <a:lnTo>
                      <a:pt x="36718" y="40344"/>
                    </a:lnTo>
                    <a:lnTo>
                      <a:pt x="28574" y="48148"/>
                    </a:lnTo>
                    <a:lnTo>
                      <a:pt x="25574" y="51024"/>
                    </a:lnTo>
                    <a:lnTo>
                      <a:pt x="25145" y="51435"/>
                    </a:lnTo>
                    <a:lnTo>
                      <a:pt x="37701" y="68542"/>
                    </a:lnTo>
                    <a:lnTo>
                      <a:pt x="44148" y="77327"/>
                    </a:lnTo>
                    <a:lnTo>
                      <a:pt x="46523" y="80563"/>
                    </a:lnTo>
                    <a:lnTo>
                      <a:pt x="46862" y="81025"/>
                    </a:lnTo>
                    <a:lnTo>
                      <a:pt x="43469" y="87223"/>
                    </a:lnTo>
                    <a:lnTo>
                      <a:pt x="40290" y="93741"/>
                    </a:lnTo>
                    <a:lnTo>
                      <a:pt x="37540" y="100474"/>
                    </a:lnTo>
                    <a:lnTo>
                      <a:pt x="35432" y="107314"/>
                    </a:lnTo>
                    <a:lnTo>
                      <a:pt x="14948" y="110618"/>
                    </a:lnTo>
                    <a:lnTo>
                      <a:pt x="4429" y="112315"/>
                    </a:lnTo>
                    <a:lnTo>
                      <a:pt x="553" y="112940"/>
                    </a:lnTo>
                    <a:lnTo>
                      <a:pt x="0" y="113030"/>
                    </a:lnTo>
                    <a:lnTo>
                      <a:pt x="0" y="134836"/>
                    </a:lnTo>
                    <a:lnTo>
                      <a:pt x="0" y="146034"/>
                    </a:lnTo>
                    <a:lnTo>
                      <a:pt x="0" y="150159"/>
                    </a:lnTo>
                    <a:lnTo>
                      <a:pt x="0" y="150749"/>
                    </a:lnTo>
                    <a:lnTo>
                      <a:pt x="16519" y="154052"/>
                    </a:lnTo>
                    <a:lnTo>
                      <a:pt x="25003" y="155749"/>
                    </a:lnTo>
                    <a:lnTo>
                      <a:pt x="28128" y="156374"/>
                    </a:lnTo>
                    <a:lnTo>
                      <a:pt x="28575" y="156463"/>
                    </a:lnTo>
                  </a:path>
                </a:pathLst>
              </a:custGeom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 sz="1950"/>
              </a:p>
            </p:txBody>
          </p:sp>
          <p:pic>
            <p:nvPicPr>
              <p:cNvPr id="57" name="object 57"/>
              <p:cNvPicPr/>
              <p:nvPr/>
            </p:nvPicPr>
            <p:blipFill>
              <a:blip r:embed="rId26" cstate="print"/>
              <a:stretch>
                <a:fillRect/>
              </a:stretch>
            </p:blipFill>
            <p:spPr>
              <a:xfrm>
                <a:off x="3388296" y="1299400"/>
                <a:ext cx="135000" cy="73025"/>
              </a:xfrm>
              <a:prstGeom prst="rect">
                <a:avLst/>
              </a:prstGeom>
            </p:spPr>
          </p:pic>
          <p:pic>
            <p:nvPicPr>
              <p:cNvPr id="58" name="object 58"/>
              <p:cNvPicPr/>
              <p:nvPr/>
            </p:nvPicPr>
            <p:blipFill>
              <a:blip r:embed="rId27" cstate="print"/>
              <a:stretch>
                <a:fillRect/>
              </a:stretch>
            </p:blipFill>
            <p:spPr>
              <a:xfrm>
                <a:off x="3284410" y="1400111"/>
                <a:ext cx="342646" cy="210268"/>
              </a:xfrm>
              <a:prstGeom prst="rect">
                <a:avLst/>
              </a:prstGeom>
            </p:spPr>
          </p:pic>
          <p:sp>
            <p:nvSpPr>
              <p:cNvPr id="59" name="object 59"/>
              <p:cNvSpPr/>
              <p:nvPr/>
            </p:nvSpPr>
            <p:spPr>
              <a:xfrm>
                <a:off x="2490850" y="1620138"/>
                <a:ext cx="118110" cy="119380"/>
              </a:xfrm>
              <a:custGeom>
                <a:avLst/>
                <a:gdLst/>
                <a:ahLst/>
                <a:cxnLst/>
                <a:rect l="l" t="t" r="r" b="b"/>
                <a:pathLst>
                  <a:path w="118110" h="119380">
                    <a:moveTo>
                      <a:pt x="38607" y="31114"/>
                    </a:moveTo>
                    <a:lnTo>
                      <a:pt x="43815" y="26924"/>
                    </a:lnTo>
                    <a:lnTo>
                      <a:pt x="50926" y="24891"/>
                    </a:lnTo>
                    <a:lnTo>
                      <a:pt x="58166" y="24891"/>
                    </a:lnTo>
                    <a:lnTo>
                      <a:pt x="71800" y="27624"/>
                    </a:lnTo>
                    <a:lnTo>
                      <a:pt x="82851" y="35036"/>
                    </a:lnTo>
                    <a:lnTo>
                      <a:pt x="90259" y="45948"/>
                    </a:lnTo>
                    <a:lnTo>
                      <a:pt x="92963" y="59182"/>
                    </a:lnTo>
                    <a:lnTo>
                      <a:pt x="90259" y="73076"/>
                    </a:lnTo>
                    <a:lnTo>
                      <a:pt x="82851" y="84328"/>
                    </a:lnTo>
                    <a:lnTo>
                      <a:pt x="71800" y="91864"/>
                    </a:lnTo>
                    <a:lnTo>
                      <a:pt x="58166" y="94614"/>
                    </a:lnTo>
                    <a:lnTo>
                      <a:pt x="44457" y="91864"/>
                    </a:lnTo>
                    <a:lnTo>
                      <a:pt x="33369" y="84327"/>
                    </a:lnTo>
                    <a:lnTo>
                      <a:pt x="25947" y="73076"/>
                    </a:lnTo>
                    <a:lnTo>
                      <a:pt x="23241" y="59182"/>
                    </a:lnTo>
                    <a:lnTo>
                      <a:pt x="23241" y="51943"/>
                    </a:lnTo>
                    <a:lnTo>
                      <a:pt x="25273" y="45720"/>
                    </a:lnTo>
                    <a:lnTo>
                      <a:pt x="29463" y="40512"/>
                    </a:lnTo>
                  </a:path>
                  <a:path w="118110" h="119380">
                    <a:moveTo>
                      <a:pt x="117856" y="68580"/>
                    </a:moveTo>
                    <a:lnTo>
                      <a:pt x="117856" y="50926"/>
                    </a:lnTo>
                    <a:lnTo>
                      <a:pt x="105410" y="48768"/>
                    </a:lnTo>
                    <a:lnTo>
                      <a:pt x="104393" y="43687"/>
                    </a:lnTo>
                    <a:lnTo>
                      <a:pt x="102362" y="38481"/>
                    </a:lnTo>
                    <a:lnTo>
                      <a:pt x="99187" y="34289"/>
                    </a:lnTo>
                    <a:lnTo>
                      <a:pt x="106425" y="23875"/>
                    </a:lnTo>
                    <a:lnTo>
                      <a:pt x="93980" y="11430"/>
                    </a:lnTo>
                    <a:lnTo>
                      <a:pt x="83693" y="18669"/>
                    </a:lnTo>
                    <a:lnTo>
                      <a:pt x="79629" y="15621"/>
                    </a:lnTo>
                    <a:lnTo>
                      <a:pt x="74422" y="13588"/>
                    </a:lnTo>
                    <a:lnTo>
                      <a:pt x="69215" y="12446"/>
                    </a:lnTo>
                    <a:lnTo>
                      <a:pt x="67182" y="0"/>
                    </a:lnTo>
                    <a:lnTo>
                      <a:pt x="50673" y="0"/>
                    </a:lnTo>
                    <a:lnTo>
                      <a:pt x="48641" y="12446"/>
                    </a:lnTo>
                    <a:lnTo>
                      <a:pt x="42418" y="13588"/>
                    </a:lnTo>
                    <a:lnTo>
                      <a:pt x="38226" y="16637"/>
                    </a:lnTo>
                    <a:lnTo>
                      <a:pt x="33147" y="18669"/>
                    </a:lnTo>
                    <a:lnTo>
                      <a:pt x="22732" y="11430"/>
                    </a:lnTo>
                    <a:lnTo>
                      <a:pt x="11430" y="23875"/>
                    </a:lnTo>
                    <a:lnTo>
                      <a:pt x="18668" y="34289"/>
                    </a:lnTo>
                    <a:lnTo>
                      <a:pt x="15493" y="38481"/>
                    </a:lnTo>
                    <a:lnTo>
                      <a:pt x="13462" y="43687"/>
                    </a:lnTo>
                    <a:lnTo>
                      <a:pt x="12446" y="48768"/>
                    </a:lnTo>
                    <a:lnTo>
                      <a:pt x="0" y="50926"/>
                    </a:lnTo>
                    <a:lnTo>
                      <a:pt x="0" y="68580"/>
                    </a:lnTo>
                    <a:lnTo>
                      <a:pt x="12446" y="70612"/>
                    </a:lnTo>
                    <a:lnTo>
                      <a:pt x="13462" y="75819"/>
                    </a:lnTo>
                    <a:lnTo>
                      <a:pt x="15493" y="81025"/>
                    </a:lnTo>
                    <a:lnTo>
                      <a:pt x="18668" y="85089"/>
                    </a:lnTo>
                    <a:lnTo>
                      <a:pt x="11430" y="95503"/>
                    </a:lnTo>
                    <a:lnTo>
                      <a:pt x="22732" y="107950"/>
                    </a:lnTo>
                    <a:lnTo>
                      <a:pt x="33147" y="100711"/>
                    </a:lnTo>
                    <a:lnTo>
                      <a:pt x="38226" y="102743"/>
                    </a:lnTo>
                    <a:lnTo>
                      <a:pt x="42418" y="104901"/>
                    </a:lnTo>
                    <a:lnTo>
                      <a:pt x="48641" y="106934"/>
                    </a:lnTo>
                    <a:lnTo>
                      <a:pt x="50673" y="119380"/>
                    </a:lnTo>
                    <a:lnTo>
                      <a:pt x="67182" y="119380"/>
                    </a:lnTo>
                    <a:lnTo>
                      <a:pt x="69215" y="106934"/>
                    </a:lnTo>
                    <a:lnTo>
                      <a:pt x="74422" y="104901"/>
                    </a:lnTo>
                    <a:lnTo>
                      <a:pt x="79629" y="102743"/>
                    </a:lnTo>
                    <a:lnTo>
                      <a:pt x="83693" y="100711"/>
                    </a:lnTo>
                    <a:lnTo>
                      <a:pt x="93980" y="107950"/>
                    </a:lnTo>
                    <a:lnTo>
                      <a:pt x="106425" y="95503"/>
                    </a:lnTo>
                    <a:lnTo>
                      <a:pt x="99187" y="85089"/>
                    </a:lnTo>
                    <a:lnTo>
                      <a:pt x="102362" y="81025"/>
                    </a:lnTo>
                    <a:lnTo>
                      <a:pt x="104393" y="75819"/>
                    </a:lnTo>
                    <a:lnTo>
                      <a:pt x="105410" y="70612"/>
                    </a:lnTo>
                    <a:lnTo>
                      <a:pt x="117856" y="68580"/>
                    </a:lnTo>
                    <a:close/>
                  </a:path>
                  <a:path w="118110" h="119380">
                    <a:moveTo>
                      <a:pt x="77469" y="43434"/>
                    </a:moveTo>
                    <a:lnTo>
                      <a:pt x="58928" y="61975"/>
                    </a:lnTo>
                    <a:lnTo>
                      <a:pt x="46481" y="51181"/>
                    </a:lnTo>
                  </a:path>
                </a:pathLst>
              </a:custGeom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 sz="1950"/>
              </a:p>
            </p:txBody>
          </p:sp>
          <p:sp>
            <p:nvSpPr>
              <p:cNvPr id="60" name="object 60"/>
              <p:cNvSpPr/>
              <p:nvPr/>
            </p:nvSpPr>
            <p:spPr>
              <a:xfrm>
                <a:off x="2419603" y="1547368"/>
                <a:ext cx="260350" cy="259079"/>
              </a:xfrm>
              <a:custGeom>
                <a:avLst/>
                <a:gdLst/>
                <a:ahLst/>
                <a:cxnLst/>
                <a:rect l="l" t="t" r="r" b="b"/>
                <a:pathLst>
                  <a:path w="260350" h="259080">
                    <a:moveTo>
                      <a:pt x="89915" y="258699"/>
                    </a:moveTo>
                    <a:lnTo>
                      <a:pt x="165862" y="258699"/>
                    </a:lnTo>
                  </a:path>
                  <a:path w="260350" h="259080">
                    <a:moveTo>
                      <a:pt x="127126" y="20193"/>
                    </a:moveTo>
                    <a:lnTo>
                      <a:pt x="127126" y="0"/>
                    </a:lnTo>
                  </a:path>
                  <a:path w="260350" h="259080">
                    <a:moveTo>
                      <a:pt x="241681" y="144145"/>
                    </a:moveTo>
                    <a:lnTo>
                      <a:pt x="260350" y="147193"/>
                    </a:lnTo>
                  </a:path>
                  <a:path w="260350" h="259080">
                    <a:moveTo>
                      <a:pt x="20193" y="144145"/>
                    </a:moveTo>
                    <a:lnTo>
                      <a:pt x="0" y="147193"/>
                    </a:lnTo>
                  </a:path>
                  <a:path w="260350" h="259080">
                    <a:moveTo>
                      <a:pt x="51181" y="209169"/>
                    </a:moveTo>
                    <a:lnTo>
                      <a:pt x="37210" y="223139"/>
                    </a:lnTo>
                  </a:path>
                  <a:path w="260350" h="259080">
                    <a:moveTo>
                      <a:pt x="207644" y="212217"/>
                    </a:moveTo>
                    <a:lnTo>
                      <a:pt x="221614" y="224662"/>
                    </a:lnTo>
                  </a:path>
                  <a:path w="260350" h="259080">
                    <a:moveTo>
                      <a:pt x="216915" y="60452"/>
                    </a:moveTo>
                    <a:lnTo>
                      <a:pt x="233933" y="44958"/>
                    </a:lnTo>
                  </a:path>
                  <a:path w="260350" h="259080">
                    <a:moveTo>
                      <a:pt x="21716" y="44958"/>
                    </a:moveTo>
                    <a:lnTo>
                      <a:pt x="37210" y="60452"/>
                    </a:lnTo>
                  </a:path>
                </a:pathLst>
              </a:custGeom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 sz="1950"/>
              </a:p>
            </p:txBody>
          </p:sp>
          <p:sp>
            <p:nvSpPr>
              <p:cNvPr id="61" name="object 61"/>
              <p:cNvSpPr/>
              <p:nvPr/>
            </p:nvSpPr>
            <p:spPr>
              <a:xfrm>
                <a:off x="2463037" y="1595373"/>
                <a:ext cx="168910" cy="186055"/>
              </a:xfrm>
              <a:custGeom>
                <a:avLst/>
                <a:gdLst/>
                <a:ahLst/>
                <a:cxnLst/>
                <a:rect l="l" t="t" r="r" b="b"/>
                <a:pathLst>
                  <a:path w="168910" h="186055">
                    <a:moveTo>
                      <a:pt x="84455" y="0"/>
                    </a:moveTo>
                    <a:lnTo>
                      <a:pt x="51702" y="6683"/>
                    </a:lnTo>
                    <a:lnTo>
                      <a:pt x="24844" y="24796"/>
                    </a:lnTo>
                    <a:lnTo>
                      <a:pt x="6677" y="51434"/>
                    </a:lnTo>
                    <a:lnTo>
                      <a:pt x="0" y="83692"/>
                    </a:lnTo>
                    <a:lnTo>
                      <a:pt x="954" y="97204"/>
                    </a:lnTo>
                    <a:lnTo>
                      <a:pt x="18542" y="135381"/>
                    </a:lnTo>
                    <a:lnTo>
                      <a:pt x="22606" y="138429"/>
                    </a:lnTo>
                    <a:lnTo>
                      <a:pt x="25654" y="141604"/>
                    </a:lnTo>
                    <a:lnTo>
                      <a:pt x="34663" y="150244"/>
                    </a:lnTo>
                    <a:lnTo>
                      <a:pt x="42576" y="159861"/>
                    </a:lnTo>
                    <a:lnTo>
                      <a:pt x="48728" y="171430"/>
                    </a:lnTo>
                    <a:lnTo>
                      <a:pt x="52450" y="185927"/>
                    </a:lnTo>
                    <a:lnTo>
                      <a:pt x="89969" y="185927"/>
                    </a:lnTo>
                    <a:lnTo>
                      <a:pt x="109235" y="185927"/>
                    </a:lnTo>
                    <a:lnTo>
                      <a:pt x="116333" y="185927"/>
                    </a:lnTo>
                    <a:lnTo>
                      <a:pt x="117348" y="185927"/>
                    </a:lnTo>
                    <a:lnTo>
                      <a:pt x="121072" y="171001"/>
                    </a:lnTo>
                    <a:lnTo>
                      <a:pt x="127142" y="159480"/>
                    </a:lnTo>
                    <a:lnTo>
                      <a:pt x="134760" y="150102"/>
                    </a:lnTo>
                    <a:lnTo>
                      <a:pt x="143129" y="141604"/>
                    </a:lnTo>
                    <a:lnTo>
                      <a:pt x="147193" y="138429"/>
                    </a:lnTo>
                    <a:lnTo>
                      <a:pt x="150368" y="135381"/>
                    </a:lnTo>
                    <a:lnTo>
                      <a:pt x="153416" y="131190"/>
                    </a:lnTo>
                    <a:lnTo>
                      <a:pt x="160605" y="121483"/>
                    </a:lnTo>
                    <a:lnTo>
                      <a:pt x="165401" y="110585"/>
                    </a:lnTo>
                    <a:lnTo>
                      <a:pt x="168078" y="98115"/>
                    </a:lnTo>
                    <a:lnTo>
                      <a:pt x="168910" y="83692"/>
                    </a:lnTo>
                    <a:lnTo>
                      <a:pt x="162375" y="51435"/>
                    </a:lnTo>
                    <a:lnTo>
                      <a:pt x="144446" y="24796"/>
                    </a:lnTo>
                    <a:lnTo>
                      <a:pt x="117635" y="6683"/>
                    </a:lnTo>
                    <a:lnTo>
                      <a:pt x="84455" y="0"/>
                    </a:lnTo>
                    <a:close/>
                  </a:path>
                </a:pathLst>
              </a:custGeom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 sz="1950"/>
              </a:p>
            </p:txBody>
          </p:sp>
          <p:sp>
            <p:nvSpPr>
              <p:cNvPr id="62" name="object 62"/>
              <p:cNvSpPr/>
              <p:nvPr/>
            </p:nvSpPr>
            <p:spPr>
              <a:xfrm>
                <a:off x="2518790" y="1830959"/>
                <a:ext cx="57785" cy="9525"/>
              </a:xfrm>
              <a:custGeom>
                <a:avLst/>
                <a:gdLst/>
                <a:ahLst/>
                <a:cxnLst/>
                <a:rect l="l" t="t" r="r" b="b"/>
                <a:pathLst>
                  <a:path w="57785" h="9525">
                    <a:moveTo>
                      <a:pt x="0" y="0"/>
                    </a:moveTo>
                    <a:lnTo>
                      <a:pt x="11302" y="0"/>
                    </a:lnTo>
                    <a:lnTo>
                      <a:pt x="14350" y="3048"/>
                    </a:lnTo>
                    <a:lnTo>
                      <a:pt x="20446" y="9270"/>
                    </a:lnTo>
                    <a:lnTo>
                      <a:pt x="28701" y="9270"/>
                    </a:lnTo>
                    <a:lnTo>
                      <a:pt x="37845" y="9270"/>
                    </a:lnTo>
                    <a:lnTo>
                      <a:pt x="44068" y="3048"/>
                    </a:lnTo>
                    <a:lnTo>
                      <a:pt x="46100" y="0"/>
                    </a:lnTo>
                    <a:lnTo>
                      <a:pt x="57276" y="0"/>
                    </a:lnTo>
                  </a:path>
                </a:pathLst>
              </a:custGeom>
              <a:ln w="9525">
                <a:solidFill>
                  <a:srgbClr val="FFFFFF"/>
                </a:solidFill>
              </a:ln>
            </p:spPr>
            <p:txBody>
              <a:bodyPr wrap="square" lIns="0" tIns="0" rIns="0" bIns="0" rtlCol="0"/>
              <a:lstStyle/>
              <a:p>
                <a:endParaRPr sz="1950"/>
              </a:p>
            </p:txBody>
          </p:sp>
          <p:pic>
            <p:nvPicPr>
              <p:cNvPr id="63" name="object 63"/>
              <p:cNvPicPr/>
              <p:nvPr/>
            </p:nvPicPr>
            <p:blipFill>
              <a:blip r:embed="rId28" cstate="print"/>
              <a:stretch>
                <a:fillRect/>
              </a:stretch>
            </p:blipFill>
            <p:spPr>
              <a:xfrm>
                <a:off x="3208464" y="2595816"/>
                <a:ext cx="330200" cy="201007"/>
              </a:xfrm>
              <a:prstGeom prst="rect">
                <a:avLst/>
              </a:prstGeom>
            </p:spPr>
          </p:pic>
          <p:pic>
            <p:nvPicPr>
              <p:cNvPr id="64" name="object 64"/>
              <p:cNvPicPr/>
              <p:nvPr/>
            </p:nvPicPr>
            <p:blipFill>
              <a:blip r:embed="rId29" cstate="print"/>
              <a:stretch>
                <a:fillRect/>
              </a:stretch>
            </p:blipFill>
            <p:spPr>
              <a:xfrm>
                <a:off x="1625367" y="2387917"/>
                <a:ext cx="251725" cy="269747"/>
              </a:xfrm>
              <a:prstGeom prst="rect">
                <a:avLst/>
              </a:prstGeom>
            </p:spPr>
          </p:pic>
          <p:pic>
            <p:nvPicPr>
              <p:cNvPr id="65" name="object 65"/>
              <p:cNvPicPr/>
              <p:nvPr/>
            </p:nvPicPr>
            <p:blipFill>
              <a:blip r:embed="rId30" cstate="print"/>
              <a:stretch>
                <a:fillRect/>
              </a:stretch>
            </p:blipFill>
            <p:spPr>
              <a:xfrm>
                <a:off x="2366200" y="3156648"/>
                <a:ext cx="337947" cy="343407"/>
              </a:xfrm>
              <a:prstGeom prst="rect">
                <a:avLst/>
              </a:prstGeom>
            </p:spPr>
          </p:pic>
          <p:sp>
            <p:nvSpPr>
              <p:cNvPr id="66" name="object 66"/>
              <p:cNvSpPr/>
              <p:nvPr/>
            </p:nvSpPr>
            <p:spPr>
              <a:xfrm>
                <a:off x="113220" y="521157"/>
                <a:ext cx="4823460" cy="3846195"/>
              </a:xfrm>
              <a:custGeom>
                <a:avLst/>
                <a:gdLst/>
                <a:ahLst/>
                <a:cxnLst/>
                <a:rect l="l" t="t" r="r" b="b"/>
                <a:pathLst>
                  <a:path w="4823460" h="3846195">
                    <a:moveTo>
                      <a:pt x="0" y="3845687"/>
                    </a:moveTo>
                    <a:lnTo>
                      <a:pt x="4823460" y="3845687"/>
                    </a:lnTo>
                    <a:lnTo>
                      <a:pt x="4823460" y="0"/>
                    </a:lnTo>
                    <a:lnTo>
                      <a:pt x="0" y="0"/>
                    </a:lnTo>
                    <a:lnTo>
                      <a:pt x="0" y="3845687"/>
                    </a:lnTo>
                    <a:close/>
                  </a:path>
                </a:pathLst>
              </a:custGeom>
              <a:ln w="12700">
                <a:solidFill>
                  <a:srgbClr val="A6A6A6"/>
                </a:solidFill>
                <a:prstDash val="sysDash"/>
              </a:ln>
            </p:spPr>
            <p:txBody>
              <a:bodyPr wrap="square" lIns="0" tIns="0" rIns="0" bIns="0" rtlCol="0"/>
              <a:lstStyle/>
              <a:p>
                <a:endParaRPr sz="1950"/>
              </a:p>
            </p:txBody>
          </p:sp>
        </p:grpSp>
        <p:sp>
          <p:nvSpPr>
            <p:cNvPr id="121" name="object 121"/>
            <p:cNvSpPr txBox="1"/>
            <p:nvPr/>
          </p:nvSpPr>
          <p:spPr>
            <a:xfrm>
              <a:off x="346159" y="5443165"/>
              <a:ext cx="891540" cy="646470"/>
            </a:xfrm>
            <a:prstGeom prst="rect">
              <a:avLst/>
            </a:prstGeom>
          </p:spPr>
          <p:txBody>
            <a:bodyPr vert="horz" wrap="square" lIns="0" tIns="48842" rIns="0" bIns="0" rtlCol="0">
              <a:spAutoFit/>
            </a:bodyPr>
            <a:lstStyle/>
            <a:p>
              <a:pPr marL="13758" marR="5503">
                <a:lnSpc>
                  <a:spcPct val="85100"/>
                </a:lnSpc>
                <a:spcBef>
                  <a:spcPts val="385"/>
                </a:spcBef>
              </a:pPr>
              <a:r>
                <a:rPr sz="1517" b="1" spc="-11" dirty="0">
                  <a:solidFill>
                    <a:srgbClr val="0E5389"/>
                  </a:solidFill>
                  <a:latin typeface="Calibri"/>
                  <a:cs typeface="Calibri"/>
                </a:rPr>
                <a:t>Research </a:t>
              </a:r>
              <a:r>
                <a:rPr sz="1517" b="1" spc="-27" dirty="0">
                  <a:solidFill>
                    <a:srgbClr val="0E5389"/>
                  </a:solidFill>
                  <a:latin typeface="Calibri"/>
                  <a:cs typeface="Calibri"/>
                </a:rPr>
                <a:t>and </a:t>
              </a:r>
              <a:r>
                <a:rPr sz="1517" b="1" spc="-11" dirty="0">
                  <a:solidFill>
                    <a:srgbClr val="0E5389"/>
                  </a:solidFill>
                  <a:latin typeface="Calibri"/>
                  <a:cs typeface="Calibri"/>
                </a:rPr>
                <a:t>innovation</a:t>
              </a:r>
              <a:endParaRPr sz="1517">
                <a:latin typeface="Calibri"/>
                <a:cs typeface="Calibri"/>
              </a:endParaRPr>
            </a:p>
          </p:txBody>
        </p:sp>
        <p:grpSp>
          <p:nvGrpSpPr>
            <p:cNvPr id="122" name="object 122"/>
            <p:cNvGrpSpPr/>
            <p:nvPr/>
          </p:nvGrpSpPr>
          <p:grpSpPr>
            <a:xfrm>
              <a:off x="1155026" y="5511544"/>
              <a:ext cx="396928" cy="444393"/>
              <a:chOff x="1066177" y="4494098"/>
              <a:chExt cx="366395" cy="410209"/>
            </a:xfrm>
          </p:grpSpPr>
          <p:sp>
            <p:nvSpPr>
              <p:cNvPr id="123" name="object 123"/>
              <p:cNvSpPr/>
              <p:nvPr/>
            </p:nvSpPr>
            <p:spPr>
              <a:xfrm>
                <a:off x="1200784" y="4632921"/>
                <a:ext cx="94615" cy="94615"/>
              </a:xfrm>
              <a:custGeom>
                <a:avLst/>
                <a:gdLst/>
                <a:ahLst/>
                <a:cxnLst/>
                <a:rect l="l" t="t" r="r" b="b"/>
                <a:pathLst>
                  <a:path w="94615" h="94614">
                    <a:moveTo>
                      <a:pt x="20866" y="8470"/>
                    </a:moveTo>
                    <a:lnTo>
                      <a:pt x="26563" y="4763"/>
                    </a:lnTo>
                    <a:lnTo>
                      <a:pt x="33043" y="2116"/>
                    </a:lnTo>
                    <a:lnTo>
                      <a:pt x="40045" y="528"/>
                    </a:lnTo>
                    <a:lnTo>
                      <a:pt x="47307" y="0"/>
                    </a:lnTo>
                    <a:lnTo>
                      <a:pt x="65870" y="3705"/>
                    </a:lnTo>
                    <a:lnTo>
                      <a:pt x="80891" y="13763"/>
                    </a:lnTo>
                    <a:lnTo>
                      <a:pt x="90946" y="28589"/>
                    </a:lnTo>
                    <a:lnTo>
                      <a:pt x="94615" y="46596"/>
                    </a:lnTo>
                    <a:lnTo>
                      <a:pt x="90946" y="65420"/>
                    </a:lnTo>
                    <a:lnTo>
                      <a:pt x="80891" y="80668"/>
                    </a:lnTo>
                    <a:lnTo>
                      <a:pt x="65870" y="90885"/>
                    </a:lnTo>
                    <a:lnTo>
                      <a:pt x="47307" y="94614"/>
                    </a:lnTo>
                    <a:lnTo>
                      <a:pt x="28760" y="90885"/>
                    </a:lnTo>
                    <a:lnTo>
                      <a:pt x="13738" y="80668"/>
                    </a:lnTo>
                    <a:lnTo>
                      <a:pt x="3673" y="65420"/>
                    </a:lnTo>
                    <a:lnTo>
                      <a:pt x="0" y="46596"/>
                    </a:lnTo>
                    <a:lnTo>
                      <a:pt x="521" y="39448"/>
                    </a:lnTo>
                    <a:lnTo>
                      <a:pt x="2085" y="32826"/>
                    </a:lnTo>
                    <a:lnTo>
                      <a:pt x="4693" y="26733"/>
                    </a:lnTo>
                    <a:lnTo>
                      <a:pt x="8343" y="21170"/>
                    </a:lnTo>
                  </a:path>
                </a:pathLst>
              </a:custGeom>
              <a:ln w="12700">
                <a:solidFill>
                  <a:srgbClr val="0E5389"/>
                </a:solidFill>
              </a:ln>
            </p:spPr>
            <p:txBody>
              <a:bodyPr wrap="square" lIns="0" tIns="0" rIns="0" bIns="0" rtlCol="0"/>
              <a:lstStyle/>
              <a:p>
                <a:endParaRPr sz="1950"/>
              </a:p>
            </p:txBody>
          </p:sp>
          <p:sp>
            <p:nvSpPr>
              <p:cNvPr id="124" name="object 124"/>
              <p:cNvSpPr/>
              <p:nvPr/>
            </p:nvSpPr>
            <p:spPr>
              <a:xfrm>
                <a:off x="1169238" y="4599279"/>
                <a:ext cx="160020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0019" h="161925">
                    <a:moveTo>
                      <a:pt x="113588" y="136550"/>
                    </a:moveTo>
                    <a:lnTo>
                      <a:pt x="44856" y="136550"/>
                    </a:lnTo>
                    <a:lnTo>
                      <a:pt x="51866" y="139369"/>
                    </a:lnTo>
                    <a:lnTo>
                      <a:pt x="57480" y="142189"/>
                    </a:lnTo>
                    <a:lnTo>
                      <a:pt x="65887" y="144995"/>
                    </a:lnTo>
                    <a:lnTo>
                      <a:pt x="68694" y="161899"/>
                    </a:lnTo>
                    <a:lnTo>
                      <a:pt x="91122" y="161899"/>
                    </a:lnTo>
                    <a:lnTo>
                      <a:pt x="93916" y="144995"/>
                    </a:lnTo>
                    <a:lnTo>
                      <a:pt x="108000" y="139369"/>
                    </a:lnTo>
                    <a:lnTo>
                      <a:pt x="113588" y="136550"/>
                    </a:lnTo>
                    <a:close/>
                  </a:path>
                  <a:path w="160019" h="161925">
                    <a:moveTo>
                      <a:pt x="30848" y="15481"/>
                    </a:moveTo>
                    <a:lnTo>
                      <a:pt x="15430" y="32372"/>
                    </a:lnTo>
                    <a:lnTo>
                      <a:pt x="25234" y="46456"/>
                    </a:lnTo>
                    <a:lnTo>
                      <a:pt x="21031" y="52082"/>
                    </a:lnTo>
                    <a:lnTo>
                      <a:pt x="18224" y="59118"/>
                    </a:lnTo>
                    <a:lnTo>
                      <a:pt x="16827" y="66166"/>
                    </a:lnTo>
                    <a:lnTo>
                      <a:pt x="0" y="68973"/>
                    </a:lnTo>
                    <a:lnTo>
                      <a:pt x="0" y="92913"/>
                    </a:lnTo>
                    <a:lnTo>
                      <a:pt x="16827" y="95732"/>
                    </a:lnTo>
                    <a:lnTo>
                      <a:pt x="18224" y="102768"/>
                    </a:lnTo>
                    <a:lnTo>
                      <a:pt x="21031" y="109804"/>
                    </a:lnTo>
                    <a:lnTo>
                      <a:pt x="25234" y="115442"/>
                    </a:lnTo>
                    <a:lnTo>
                      <a:pt x="15430" y="129514"/>
                    </a:lnTo>
                    <a:lnTo>
                      <a:pt x="30848" y="146405"/>
                    </a:lnTo>
                    <a:lnTo>
                      <a:pt x="44856" y="136550"/>
                    </a:lnTo>
                    <a:lnTo>
                      <a:pt x="137339" y="136550"/>
                    </a:lnTo>
                    <a:lnTo>
                      <a:pt x="144322" y="129514"/>
                    </a:lnTo>
                    <a:lnTo>
                      <a:pt x="134543" y="115442"/>
                    </a:lnTo>
                    <a:lnTo>
                      <a:pt x="138734" y="109804"/>
                    </a:lnTo>
                    <a:lnTo>
                      <a:pt x="141528" y="102768"/>
                    </a:lnTo>
                    <a:lnTo>
                      <a:pt x="142925" y="95732"/>
                    </a:lnTo>
                    <a:lnTo>
                      <a:pt x="159816" y="92913"/>
                    </a:lnTo>
                    <a:lnTo>
                      <a:pt x="159816" y="68973"/>
                    </a:lnTo>
                    <a:lnTo>
                      <a:pt x="142925" y="66166"/>
                    </a:lnTo>
                    <a:lnTo>
                      <a:pt x="141528" y="59118"/>
                    </a:lnTo>
                    <a:lnTo>
                      <a:pt x="138734" y="52082"/>
                    </a:lnTo>
                    <a:lnTo>
                      <a:pt x="134543" y="46456"/>
                    </a:lnTo>
                    <a:lnTo>
                      <a:pt x="144322" y="32372"/>
                    </a:lnTo>
                    <a:lnTo>
                      <a:pt x="137339" y="25336"/>
                    </a:lnTo>
                    <a:lnTo>
                      <a:pt x="44856" y="25336"/>
                    </a:lnTo>
                    <a:lnTo>
                      <a:pt x="30848" y="15481"/>
                    </a:lnTo>
                    <a:close/>
                  </a:path>
                  <a:path w="160019" h="161925">
                    <a:moveTo>
                      <a:pt x="137339" y="136550"/>
                    </a:moveTo>
                    <a:lnTo>
                      <a:pt x="113588" y="136550"/>
                    </a:lnTo>
                    <a:lnTo>
                      <a:pt x="127558" y="146405"/>
                    </a:lnTo>
                    <a:lnTo>
                      <a:pt x="137339" y="136550"/>
                    </a:lnTo>
                    <a:close/>
                  </a:path>
                  <a:path w="160019" h="161925">
                    <a:moveTo>
                      <a:pt x="91122" y="0"/>
                    </a:moveTo>
                    <a:lnTo>
                      <a:pt x="68694" y="0"/>
                    </a:lnTo>
                    <a:lnTo>
                      <a:pt x="65887" y="16890"/>
                    </a:lnTo>
                    <a:lnTo>
                      <a:pt x="57480" y="18300"/>
                    </a:lnTo>
                    <a:lnTo>
                      <a:pt x="51866" y="22517"/>
                    </a:lnTo>
                    <a:lnTo>
                      <a:pt x="44856" y="25336"/>
                    </a:lnTo>
                    <a:lnTo>
                      <a:pt x="113588" y="25336"/>
                    </a:lnTo>
                    <a:lnTo>
                      <a:pt x="108000" y="21107"/>
                    </a:lnTo>
                    <a:lnTo>
                      <a:pt x="100888" y="18300"/>
                    </a:lnTo>
                    <a:lnTo>
                      <a:pt x="93916" y="16890"/>
                    </a:lnTo>
                    <a:lnTo>
                      <a:pt x="91122" y="0"/>
                    </a:lnTo>
                    <a:close/>
                  </a:path>
                  <a:path w="160019" h="161925">
                    <a:moveTo>
                      <a:pt x="127558" y="15481"/>
                    </a:moveTo>
                    <a:lnTo>
                      <a:pt x="113588" y="25336"/>
                    </a:lnTo>
                    <a:lnTo>
                      <a:pt x="137339" y="25336"/>
                    </a:lnTo>
                    <a:lnTo>
                      <a:pt x="127558" y="15481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950"/>
              </a:p>
            </p:txBody>
          </p:sp>
          <p:sp>
            <p:nvSpPr>
              <p:cNvPr id="125" name="object 125"/>
              <p:cNvSpPr/>
              <p:nvPr/>
            </p:nvSpPr>
            <p:spPr>
              <a:xfrm>
                <a:off x="1169238" y="4599279"/>
                <a:ext cx="160020" cy="161925"/>
              </a:xfrm>
              <a:custGeom>
                <a:avLst/>
                <a:gdLst/>
                <a:ahLst/>
                <a:cxnLst/>
                <a:rect l="l" t="t" r="r" b="b"/>
                <a:pathLst>
                  <a:path w="160019" h="161925">
                    <a:moveTo>
                      <a:pt x="159816" y="92913"/>
                    </a:moveTo>
                    <a:lnTo>
                      <a:pt x="159816" y="68973"/>
                    </a:lnTo>
                    <a:lnTo>
                      <a:pt x="142925" y="66166"/>
                    </a:lnTo>
                    <a:lnTo>
                      <a:pt x="141528" y="59118"/>
                    </a:lnTo>
                    <a:lnTo>
                      <a:pt x="138734" y="52082"/>
                    </a:lnTo>
                    <a:lnTo>
                      <a:pt x="134543" y="46456"/>
                    </a:lnTo>
                    <a:lnTo>
                      <a:pt x="144322" y="32372"/>
                    </a:lnTo>
                    <a:lnTo>
                      <a:pt x="127558" y="15481"/>
                    </a:lnTo>
                    <a:lnTo>
                      <a:pt x="113588" y="25336"/>
                    </a:lnTo>
                    <a:lnTo>
                      <a:pt x="108000" y="21107"/>
                    </a:lnTo>
                    <a:lnTo>
                      <a:pt x="100888" y="18300"/>
                    </a:lnTo>
                    <a:lnTo>
                      <a:pt x="93916" y="16890"/>
                    </a:lnTo>
                    <a:lnTo>
                      <a:pt x="91122" y="0"/>
                    </a:lnTo>
                    <a:lnTo>
                      <a:pt x="68694" y="0"/>
                    </a:lnTo>
                    <a:lnTo>
                      <a:pt x="65887" y="16890"/>
                    </a:lnTo>
                    <a:lnTo>
                      <a:pt x="57480" y="18300"/>
                    </a:lnTo>
                    <a:lnTo>
                      <a:pt x="51866" y="22517"/>
                    </a:lnTo>
                    <a:lnTo>
                      <a:pt x="44856" y="25336"/>
                    </a:lnTo>
                    <a:lnTo>
                      <a:pt x="30848" y="15481"/>
                    </a:lnTo>
                    <a:lnTo>
                      <a:pt x="15430" y="32372"/>
                    </a:lnTo>
                    <a:lnTo>
                      <a:pt x="25234" y="46456"/>
                    </a:lnTo>
                    <a:lnTo>
                      <a:pt x="21031" y="52082"/>
                    </a:lnTo>
                    <a:lnTo>
                      <a:pt x="18224" y="59118"/>
                    </a:lnTo>
                    <a:lnTo>
                      <a:pt x="16827" y="66166"/>
                    </a:lnTo>
                    <a:lnTo>
                      <a:pt x="0" y="68973"/>
                    </a:lnTo>
                    <a:lnTo>
                      <a:pt x="0" y="92913"/>
                    </a:lnTo>
                    <a:lnTo>
                      <a:pt x="16827" y="95732"/>
                    </a:lnTo>
                    <a:lnTo>
                      <a:pt x="18224" y="102768"/>
                    </a:lnTo>
                    <a:lnTo>
                      <a:pt x="21031" y="109804"/>
                    </a:lnTo>
                    <a:lnTo>
                      <a:pt x="25234" y="115442"/>
                    </a:lnTo>
                    <a:lnTo>
                      <a:pt x="15430" y="129514"/>
                    </a:lnTo>
                    <a:lnTo>
                      <a:pt x="30848" y="146405"/>
                    </a:lnTo>
                    <a:lnTo>
                      <a:pt x="44856" y="136550"/>
                    </a:lnTo>
                    <a:lnTo>
                      <a:pt x="51866" y="139369"/>
                    </a:lnTo>
                    <a:lnTo>
                      <a:pt x="57480" y="142189"/>
                    </a:lnTo>
                    <a:lnTo>
                      <a:pt x="65887" y="144995"/>
                    </a:lnTo>
                    <a:lnTo>
                      <a:pt x="68694" y="161899"/>
                    </a:lnTo>
                    <a:lnTo>
                      <a:pt x="91122" y="161899"/>
                    </a:lnTo>
                    <a:lnTo>
                      <a:pt x="93916" y="144995"/>
                    </a:lnTo>
                    <a:lnTo>
                      <a:pt x="100888" y="142189"/>
                    </a:lnTo>
                    <a:lnTo>
                      <a:pt x="108000" y="139369"/>
                    </a:lnTo>
                    <a:lnTo>
                      <a:pt x="113588" y="136550"/>
                    </a:lnTo>
                    <a:lnTo>
                      <a:pt x="127558" y="146405"/>
                    </a:lnTo>
                    <a:lnTo>
                      <a:pt x="144322" y="129514"/>
                    </a:lnTo>
                    <a:lnTo>
                      <a:pt x="134543" y="115442"/>
                    </a:lnTo>
                    <a:lnTo>
                      <a:pt x="138734" y="109804"/>
                    </a:lnTo>
                    <a:lnTo>
                      <a:pt x="141528" y="102768"/>
                    </a:lnTo>
                    <a:lnTo>
                      <a:pt x="142925" y="95732"/>
                    </a:lnTo>
                    <a:lnTo>
                      <a:pt x="159816" y="92913"/>
                    </a:lnTo>
                    <a:close/>
                  </a:path>
                </a:pathLst>
              </a:custGeom>
              <a:ln w="12700">
                <a:solidFill>
                  <a:srgbClr val="0E5389"/>
                </a:solidFill>
              </a:ln>
            </p:spPr>
            <p:txBody>
              <a:bodyPr wrap="square" lIns="0" tIns="0" rIns="0" bIns="0" rtlCol="0"/>
              <a:lstStyle/>
              <a:p>
                <a:endParaRPr sz="1950"/>
              </a:p>
            </p:txBody>
          </p:sp>
          <p:sp>
            <p:nvSpPr>
              <p:cNvPr id="126" name="object 126"/>
              <p:cNvSpPr/>
              <p:nvPr/>
            </p:nvSpPr>
            <p:spPr>
              <a:xfrm>
                <a:off x="1232319" y="4658144"/>
                <a:ext cx="42545" cy="25400"/>
              </a:xfrm>
              <a:custGeom>
                <a:avLst/>
                <a:gdLst/>
                <a:ahLst/>
                <a:cxnLst/>
                <a:rect l="l" t="t" r="r" b="b"/>
                <a:pathLst>
                  <a:path w="42544" h="25400">
                    <a:moveTo>
                      <a:pt x="41998" y="0"/>
                    </a:moveTo>
                    <a:lnTo>
                      <a:pt x="0" y="10515"/>
                    </a:lnTo>
                    <a:lnTo>
                      <a:pt x="16827" y="25234"/>
                    </a:lnTo>
                    <a:lnTo>
                      <a:pt x="41998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950"/>
              </a:p>
            </p:txBody>
          </p:sp>
          <p:sp>
            <p:nvSpPr>
              <p:cNvPr id="127" name="object 127"/>
              <p:cNvSpPr/>
              <p:nvPr/>
            </p:nvSpPr>
            <p:spPr>
              <a:xfrm>
                <a:off x="1072527" y="4500448"/>
                <a:ext cx="353695" cy="351155"/>
              </a:xfrm>
              <a:custGeom>
                <a:avLst/>
                <a:gdLst/>
                <a:ahLst/>
                <a:cxnLst/>
                <a:rect l="l" t="t" r="r" b="b"/>
                <a:pathLst>
                  <a:path w="353694" h="351154">
                    <a:moveTo>
                      <a:pt x="201790" y="157695"/>
                    </a:moveTo>
                    <a:lnTo>
                      <a:pt x="176618" y="182930"/>
                    </a:lnTo>
                    <a:lnTo>
                      <a:pt x="159791" y="168211"/>
                    </a:lnTo>
                  </a:path>
                  <a:path w="353694" h="351154">
                    <a:moveTo>
                      <a:pt x="121945" y="351142"/>
                    </a:moveTo>
                    <a:lnTo>
                      <a:pt x="225031" y="351142"/>
                    </a:lnTo>
                  </a:path>
                  <a:path w="353694" h="351154">
                    <a:moveTo>
                      <a:pt x="172415" y="27343"/>
                    </a:moveTo>
                    <a:lnTo>
                      <a:pt x="172415" y="0"/>
                    </a:lnTo>
                  </a:path>
                  <a:path w="353694" h="351154">
                    <a:moveTo>
                      <a:pt x="328028" y="195541"/>
                    </a:moveTo>
                    <a:lnTo>
                      <a:pt x="353174" y="199745"/>
                    </a:lnTo>
                  </a:path>
                  <a:path w="353694" h="351154">
                    <a:moveTo>
                      <a:pt x="27330" y="195541"/>
                    </a:moveTo>
                    <a:lnTo>
                      <a:pt x="0" y="199745"/>
                    </a:lnTo>
                  </a:path>
                  <a:path w="353694" h="351154">
                    <a:moveTo>
                      <a:pt x="69380" y="283857"/>
                    </a:moveTo>
                    <a:lnTo>
                      <a:pt x="50457" y="302780"/>
                    </a:lnTo>
                  </a:path>
                  <a:path w="353694" h="351154">
                    <a:moveTo>
                      <a:pt x="281800" y="288061"/>
                    </a:moveTo>
                    <a:lnTo>
                      <a:pt x="300723" y="304876"/>
                    </a:lnTo>
                  </a:path>
                  <a:path w="353694" h="351154">
                    <a:moveTo>
                      <a:pt x="294373" y="82003"/>
                    </a:moveTo>
                    <a:lnTo>
                      <a:pt x="317487" y="60985"/>
                    </a:lnTo>
                  </a:path>
                  <a:path w="353694" h="351154">
                    <a:moveTo>
                      <a:pt x="29438" y="60985"/>
                    </a:moveTo>
                    <a:lnTo>
                      <a:pt x="50457" y="82003"/>
                    </a:lnTo>
                  </a:path>
                </a:pathLst>
              </a:custGeom>
              <a:ln w="12700">
                <a:solidFill>
                  <a:srgbClr val="0E5389"/>
                </a:solidFill>
              </a:ln>
            </p:spPr>
            <p:txBody>
              <a:bodyPr wrap="square" lIns="0" tIns="0" rIns="0" bIns="0" rtlCol="0"/>
              <a:lstStyle/>
              <a:p>
                <a:endParaRPr sz="1950"/>
              </a:p>
            </p:txBody>
          </p:sp>
          <p:sp>
            <p:nvSpPr>
              <p:cNvPr id="128" name="object 128"/>
              <p:cNvSpPr/>
              <p:nvPr/>
            </p:nvSpPr>
            <p:spPr>
              <a:xfrm>
                <a:off x="1131392" y="4565637"/>
                <a:ext cx="229235" cy="252729"/>
              </a:xfrm>
              <a:custGeom>
                <a:avLst/>
                <a:gdLst/>
                <a:ahLst/>
                <a:cxnLst/>
                <a:rect l="l" t="t" r="r" b="b"/>
                <a:pathLst>
                  <a:path w="229234" h="252729">
                    <a:moveTo>
                      <a:pt x="114592" y="0"/>
                    </a:moveTo>
                    <a:lnTo>
                      <a:pt x="70160" y="9066"/>
                    </a:lnTo>
                    <a:lnTo>
                      <a:pt x="33716" y="33637"/>
                    </a:lnTo>
                    <a:lnTo>
                      <a:pt x="9062" y="69774"/>
                    </a:lnTo>
                    <a:lnTo>
                      <a:pt x="0" y="113537"/>
                    </a:lnTo>
                    <a:lnTo>
                      <a:pt x="1311" y="131894"/>
                    </a:lnTo>
                    <a:lnTo>
                      <a:pt x="20967" y="178015"/>
                    </a:lnTo>
                    <a:lnTo>
                      <a:pt x="30746" y="187832"/>
                    </a:lnTo>
                    <a:lnTo>
                      <a:pt x="47103" y="203819"/>
                    </a:lnTo>
                    <a:lnTo>
                      <a:pt x="57824" y="216915"/>
                    </a:lnTo>
                    <a:lnTo>
                      <a:pt x="66186" y="232641"/>
                    </a:lnTo>
                    <a:lnTo>
                      <a:pt x="71272" y="252310"/>
                    </a:lnTo>
                    <a:lnTo>
                      <a:pt x="159308" y="252310"/>
                    </a:lnTo>
                    <a:lnTo>
                      <a:pt x="172580" y="216392"/>
                    </a:lnTo>
                    <a:lnTo>
                      <a:pt x="199821" y="187832"/>
                    </a:lnTo>
                    <a:lnTo>
                      <a:pt x="204012" y="183629"/>
                    </a:lnTo>
                    <a:lnTo>
                      <a:pt x="217960" y="164789"/>
                    </a:lnTo>
                    <a:lnTo>
                      <a:pt x="224443" y="149982"/>
                    </a:lnTo>
                    <a:lnTo>
                      <a:pt x="228045" y="133072"/>
                    </a:lnTo>
                    <a:lnTo>
                      <a:pt x="229158" y="113537"/>
                    </a:lnTo>
                    <a:lnTo>
                      <a:pt x="220296" y="69774"/>
                    </a:lnTo>
                    <a:lnTo>
                      <a:pt x="195978" y="33637"/>
                    </a:lnTo>
                    <a:lnTo>
                      <a:pt x="159609" y="9066"/>
                    </a:lnTo>
                    <a:lnTo>
                      <a:pt x="114592" y="0"/>
                    </a:lnTo>
                    <a:close/>
                  </a:path>
                </a:pathLst>
              </a:custGeom>
              <a:solidFill>
                <a:srgbClr val="FFFFFF"/>
              </a:solidFill>
            </p:spPr>
            <p:txBody>
              <a:bodyPr wrap="square" lIns="0" tIns="0" rIns="0" bIns="0" rtlCol="0"/>
              <a:lstStyle/>
              <a:p>
                <a:endParaRPr sz="1950"/>
              </a:p>
            </p:txBody>
          </p:sp>
          <p:sp>
            <p:nvSpPr>
              <p:cNvPr id="129" name="object 129"/>
              <p:cNvSpPr/>
              <p:nvPr/>
            </p:nvSpPr>
            <p:spPr>
              <a:xfrm>
                <a:off x="1131392" y="4565637"/>
                <a:ext cx="229235" cy="332740"/>
              </a:xfrm>
              <a:custGeom>
                <a:avLst/>
                <a:gdLst/>
                <a:ahLst/>
                <a:cxnLst/>
                <a:rect l="l" t="t" r="r" b="b"/>
                <a:pathLst>
                  <a:path w="229234" h="332739">
                    <a:moveTo>
                      <a:pt x="114592" y="0"/>
                    </a:moveTo>
                    <a:lnTo>
                      <a:pt x="70160" y="9066"/>
                    </a:lnTo>
                    <a:lnTo>
                      <a:pt x="33716" y="33637"/>
                    </a:lnTo>
                    <a:lnTo>
                      <a:pt x="9062" y="69774"/>
                    </a:lnTo>
                    <a:lnTo>
                      <a:pt x="0" y="113537"/>
                    </a:lnTo>
                    <a:lnTo>
                      <a:pt x="1311" y="131894"/>
                    </a:lnTo>
                    <a:lnTo>
                      <a:pt x="20967" y="178015"/>
                    </a:lnTo>
                    <a:lnTo>
                      <a:pt x="30746" y="187832"/>
                    </a:lnTo>
                    <a:lnTo>
                      <a:pt x="34937" y="192036"/>
                    </a:lnTo>
                    <a:lnTo>
                      <a:pt x="47103" y="203819"/>
                    </a:lnTo>
                    <a:lnTo>
                      <a:pt x="57824" y="216915"/>
                    </a:lnTo>
                    <a:lnTo>
                      <a:pt x="66186" y="232641"/>
                    </a:lnTo>
                    <a:lnTo>
                      <a:pt x="71272" y="252310"/>
                    </a:lnTo>
                    <a:lnTo>
                      <a:pt x="122168" y="252310"/>
                    </a:lnTo>
                    <a:lnTo>
                      <a:pt x="148304" y="252310"/>
                    </a:lnTo>
                    <a:lnTo>
                      <a:pt x="157933" y="252310"/>
                    </a:lnTo>
                    <a:lnTo>
                      <a:pt x="159308" y="252310"/>
                    </a:lnTo>
                    <a:lnTo>
                      <a:pt x="164372" y="232052"/>
                    </a:lnTo>
                    <a:lnTo>
                      <a:pt x="172580" y="216392"/>
                    </a:lnTo>
                    <a:lnTo>
                      <a:pt x="182883" y="203622"/>
                    </a:lnTo>
                    <a:lnTo>
                      <a:pt x="194233" y="192036"/>
                    </a:lnTo>
                    <a:lnTo>
                      <a:pt x="199821" y="187832"/>
                    </a:lnTo>
                    <a:lnTo>
                      <a:pt x="204012" y="183629"/>
                    </a:lnTo>
                    <a:lnTo>
                      <a:pt x="224443" y="149982"/>
                    </a:lnTo>
                    <a:lnTo>
                      <a:pt x="229158" y="113537"/>
                    </a:lnTo>
                    <a:lnTo>
                      <a:pt x="220296" y="69774"/>
                    </a:lnTo>
                    <a:lnTo>
                      <a:pt x="195978" y="33637"/>
                    </a:lnTo>
                    <a:lnTo>
                      <a:pt x="159609" y="9066"/>
                    </a:lnTo>
                    <a:lnTo>
                      <a:pt x="114592" y="0"/>
                    </a:lnTo>
                    <a:close/>
                  </a:path>
                  <a:path w="229234" h="332739">
                    <a:moveTo>
                      <a:pt x="75692" y="319595"/>
                    </a:moveTo>
                    <a:lnTo>
                      <a:pt x="90982" y="319595"/>
                    </a:lnTo>
                    <a:lnTo>
                      <a:pt x="94866" y="323339"/>
                    </a:lnTo>
                    <a:lnTo>
                      <a:pt x="100182" y="327477"/>
                    </a:lnTo>
                    <a:lnTo>
                      <a:pt x="106800" y="330827"/>
                    </a:lnTo>
                    <a:lnTo>
                      <a:pt x="114592" y="332206"/>
                    </a:lnTo>
                    <a:lnTo>
                      <a:pt x="123169" y="330827"/>
                    </a:lnTo>
                    <a:lnTo>
                      <a:pt x="130051" y="327477"/>
                    </a:lnTo>
                    <a:lnTo>
                      <a:pt x="135108" y="323339"/>
                    </a:lnTo>
                    <a:lnTo>
                      <a:pt x="138214" y="319595"/>
                    </a:lnTo>
                    <a:lnTo>
                      <a:pt x="153466" y="319595"/>
                    </a:lnTo>
                  </a:path>
                </a:pathLst>
              </a:custGeom>
              <a:ln w="12700">
                <a:solidFill>
                  <a:srgbClr val="0E5389"/>
                </a:solidFill>
              </a:ln>
            </p:spPr>
            <p:txBody>
              <a:bodyPr wrap="square" lIns="0" tIns="0" rIns="0" bIns="0" rtlCol="0"/>
              <a:lstStyle/>
              <a:p>
                <a:endParaRPr sz="1950"/>
              </a:p>
            </p:txBody>
          </p:sp>
        </p:grpSp>
        <p:sp>
          <p:nvSpPr>
            <p:cNvPr id="134" name="object 134"/>
            <p:cNvSpPr txBox="1"/>
            <p:nvPr/>
          </p:nvSpPr>
          <p:spPr>
            <a:xfrm>
              <a:off x="1869070" y="5487412"/>
              <a:ext cx="3234584" cy="547597"/>
            </a:xfrm>
            <a:prstGeom prst="rect">
              <a:avLst/>
            </a:prstGeom>
          </p:spPr>
          <p:txBody>
            <a:bodyPr vert="horz" wrap="square" lIns="0" tIns="44715" rIns="0" bIns="0" rtlCol="0">
              <a:spAutoFit/>
            </a:bodyPr>
            <a:lstStyle/>
            <a:p>
              <a:pPr marL="13758" marR="5503">
                <a:lnSpc>
                  <a:spcPts val="1322"/>
                </a:lnSpc>
                <a:spcBef>
                  <a:spcPts val="352"/>
                </a:spcBef>
              </a:pPr>
              <a:r>
                <a:rPr sz="1300" dirty="0">
                  <a:solidFill>
                    <a:srgbClr val="404040"/>
                  </a:solidFill>
                  <a:latin typeface="Calibri"/>
                  <a:cs typeface="Calibri"/>
                </a:rPr>
                <a:t>TCS</a:t>
              </a:r>
              <a:r>
                <a:rPr sz="1300" spc="-16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300" dirty="0">
                  <a:solidFill>
                    <a:srgbClr val="404040"/>
                  </a:solidFill>
                  <a:latin typeface="Calibri"/>
                  <a:cs typeface="Calibri"/>
                </a:rPr>
                <a:t>has</a:t>
              </a:r>
              <a:r>
                <a:rPr sz="1300" spc="-27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300" dirty="0">
                  <a:solidFill>
                    <a:srgbClr val="404040"/>
                  </a:solidFill>
                  <a:latin typeface="Calibri"/>
                  <a:cs typeface="Calibri"/>
                </a:rPr>
                <a:t>a</a:t>
              </a:r>
              <a:r>
                <a:rPr sz="1300" spc="-16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300" dirty="0">
                  <a:solidFill>
                    <a:srgbClr val="404040"/>
                  </a:solidFill>
                  <a:latin typeface="Calibri"/>
                  <a:cs typeface="Calibri"/>
                </a:rPr>
                <a:t>strong</a:t>
              </a:r>
              <a:r>
                <a:rPr sz="1300" spc="-22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300" spc="-11" dirty="0">
                  <a:solidFill>
                    <a:srgbClr val="404040"/>
                  </a:solidFill>
                  <a:latin typeface="Calibri"/>
                  <a:cs typeface="Calibri"/>
                </a:rPr>
                <a:t>partnership</a:t>
              </a:r>
              <a:r>
                <a:rPr sz="1300" spc="-54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300" dirty="0">
                  <a:solidFill>
                    <a:srgbClr val="404040"/>
                  </a:solidFill>
                  <a:latin typeface="Calibri"/>
                  <a:cs typeface="Calibri"/>
                </a:rPr>
                <a:t>with</a:t>
              </a:r>
              <a:r>
                <a:rPr sz="1300" spc="-22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300" dirty="0">
                  <a:solidFill>
                    <a:srgbClr val="404040"/>
                  </a:solidFill>
                  <a:latin typeface="Calibri"/>
                  <a:cs typeface="Calibri"/>
                </a:rPr>
                <a:t>IIT</a:t>
              </a:r>
              <a:r>
                <a:rPr sz="1300" spc="-11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300" dirty="0">
                  <a:solidFill>
                    <a:srgbClr val="404040"/>
                  </a:solidFill>
                  <a:latin typeface="Calibri"/>
                  <a:cs typeface="Calibri"/>
                </a:rPr>
                <a:t>Madras</a:t>
              </a:r>
              <a:r>
                <a:rPr sz="1300" spc="-32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300" spc="-27" dirty="0">
                  <a:solidFill>
                    <a:srgbClr val="404040"/>
                  </a:solidFill>
                  <a:latin typeface="Calibri"/>
                  <a:cs typeface="Calibri"/>
                </a:rPr>
                <a:t>for </a:t>
              </a:r>
              <a:r>
                <a:rPr sz="1300" spc="-11" dirty="0">
                  <a:solidFill>
                    <a:srgbClr val="404040"/>
                  </a:solidFill>
                  <a:latin typeface="Calibri"/>
                  <a:cs typeface="Calibri"/>
                </a:rPr>
                <a:t>Research,</a:t>
              </a:r>
              <a:r>
                <a:rPr sz="1300" spc="-5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300" spc="-11" dirty="0">
                  <a:solidFill>
                    <a:srgbClr val="404040"/>
                  </a:solidFill>
                  <a:latin typeface="Calibri"/>
                  <a:cs typeface="Calibri"/>
                </a:rPr>
                <a:t>Innovation</a:t>
              </a:r>
              <a:r>
                <a:rPr sz="1300" spc="-43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300" dirty="0">
                  <a:solidFill>
                    <a:srgbClr val="404040"/>
                  </a:solidFill>
                  <a:latin typeface="Calibri"/>
                  <a:cs typeface="Calibri"/>
                </a:rPr>
                <a:t>and</a:t>
              </a:r>
              <a:r>
                <a:rPr sz="1300" spc="-22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300" dirty="0">
                  <a:solidFill>
                    <a:srgbClr val="404040"/>
                  </a:solidFill>
                  <a:latin typeface="Calibri"/>
                  <a:cs typeface="Calibri"/>
                </a:rPr>
                <a:t>to </a:t>
              </a:r>
              <a:r>
                <a:rPr sz="1300" spc="-11" dirty="0">
                  <a:solidFill>
                    <a:srgbClr val="404040"/>
                  </a:solidFill>
                  <a:latin typeface="Calibri"/>
                  <a:cs typeface="Calibri"/>
                </a:rPr>
                <a:t>curate</a:t>
              </a:r>
              <a:r>
                <a:rPr sz="1300" spc="-27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300" dirty="0">
                  <a:solidFill>
                    <a:srgbClr val="404040"/>
                  </a:solidFill>
                  <a:latin typeface="Calibri"/>
                  <a:cs typeface="Calibri"/>
                </a:rPr>
                <a:t>State</a:t>
              </a:r>
              <a:r>
                <a:rPr sz="1300" spc="-27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300" dirty="0">
                  <a:solidFill>
                    <a:srgbClr val="404040"/>
                  </a:solidFill>
                  <a:latin typeface="Calibri"/>
                  <a:cs typeface="Calibri"/>
                </a:rPr>
                <a:t>of</a:t>
              </a:r>
              <a:r>
                <a:rPr sz="1300" spc="5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300" spc="-27" dirty="0">
                  <a:solidFill>
                    <a:srgbClr val="404040"/>
                  </a:solidFill>
                  <a:latin typeface="Calibri"/>
                  <a:cs typeface="Calibri"/>
                </a:rPr>
                <a:t>Art </a:t>
              </a:r>
              <a:r>
                <a:rPr sz="1300" spc="-22" dirty="0">
                  <a:solidFill>
                    <a:srgbClr val="404040"/>
                  </a:solidFill>
                  <a:latin typeface="Calibri"/>
                  <a:cs typeface="Calibri"/>
                </a:rPr>
                <a:t>Technology</a:t>
              </a:r>
              <a:r>
                <a:rPr sz="1300" spc="38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300" spc="-11" dirty="0">
                  <a:solidFill>
                    <a:srgbClr val="404040"/>
                  </a:solidFill>
                  <a:latin typeface="Calibri"/>
                  <a:cs typeface="Calibri"/>
                </a:rPr>
                <a:t>Solutions</a:t>
              </a:r>
              <a:endParaRPr sz="1300">
                <a:latin typeface="Calibri"/>
                <a:cs typeface="Calibri"/>
              </a:endParaRPr>
            </a:p>
          </p:txBody>
        </p:sp>
        <p:sp>
          <p:nvSpPr>
            <p:cNvPr id="135" name="object 135"/>
            <p:cNvSpPr/>
            <p:nvPr/>
          </p:nvSpPr>
          <p:spPr>
            <a:xfrm>
              <a:off x="122655" y="5455632"/>
              <a:ext cx="5225415" cy="657648"/>
            </a:xfrm>
            <a:custGeom>
              <a:avLst/>
              <a:gdLst/>
              <a:ahLst/>
              <a:cxnLst/>
              <a:rect l="l" t="t" r="r" b="b"/>
              <a:pathLst>
                <a:path w="4823460" h="607060">
                  <a:moveTo>
                    <a:pt x="0" y="607009"/>
                  </a:moveTo>
                  <a:lnTo>
                    <a:pt x="4823460" y="607009"/>
                  </a:lnTo>
                  <a:lnTo>
                    <a:pt x="4823460" y="0"/>
                  </a:lnTo>
                  <a:lnTo>
                    <a:pt x="0" y="0"/>
                  </a:lnTo>
                  <a:lnTo>
                    <a:pt x="0" y="607009"/>
                  </a:lnTo>
                  <a:close/>
                </a:path>
              </a:pathLst>
            </a:custGeom>
            <a:ln w="12700">
              <a:solidFill>
                <a:srgbClr val="A6A6A6"/>
              </a:solidFill>
              <a:prstDash val="sysDash"/>
            </a:ln>
          </p:spPr>
          <p:txBody>
            <a:bodyPr wrap="square" lIns="0" tIns="0" rIns="0" bIns="0" rtlCol="0"/>
            <a:lstStyle/>
            <a:p>
              <a:endParaRPr sz="1950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 descr="$PPTXTitle"/>
          <p:cNvSpPr txBox="1">
            <a:spLocks noGrp="1"/>
          </p:cNvSpPr>
          <p:nvPr>
            <p:ph type="title"/>
          </p:nvPr>
        </p:nvSpPr>
        <p:spPr>
          <a:xfrm>
            <a:off x="71832" y="701312"/>
            <a:ext cx="7828904" cy="363988"/>
          </a:xfrm>
          <a:prstGeom prst="rect">
            <a:avLst/>
          </a:prstGeom>
        </p:spPr>
        <p:txBody>
          <a:bodyPr vert="horz" wrap="square" lIns="0" tIns="13758" rIns="0" bIns="0" rtlCol="0" anchor="ctr">
            <a:spAutoFit/>
          </a:bodyPr>
          <a:lstStyle/>
          <a:p>
            <a:pPr marL="72917">
              <a:spcBef>
                <a:spcPts val="108"/>
              </a:spcBef>
            </a:pPr>
            <a:r>
              <a:rPr sz="2275" dirty="0">
                <a:solidFill>
                  <a:srgbClr val="007DC5"/>
                </a:solidFill>
                <a:latin typeface="Calibri (MS)"/>
                <a:cs typeface="Calibri (MS)"/>
              </a:rPr>
              <a:t>Google Garage : TCS Cloud Lab, Culture of Innovation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71832" y="2416469"/>
            <a:ext cx="1872509" cy="528746"/>
          </a:xfrm>
          <a:prstGeom prst="rect">
            <a:avLst/>
          </a:prstGeom>
          <a:solidFill>
            <a:srgbClr val="4E84C4"/>
          </a:solidFill>
        </p:spPr>
        <p:txBody>
          <a:bodyPr vert="horz" wrap="square" lIns="0" tIns="160285" rIns="0" bIns="0" rtlCol="0">
            <a:spAutoFit/>
          </a:bodyPr>
          <a:lstStyle/>
          <a:p>
            <a:pPr marL="485653" marR="476024">
              <a:spcBef>
                <a:spcPts val="1262"/>
              </a:spcBef>
            </a:pPr>
            <a:r>
              <a:rPr sz="1192" b="1" dirty="0">
                <a:solidFill>
                  <a:srgbClr val="FFFFFF"/>
                </a:solidFill>
                <a:latin typeface="Calibri"/>
                <a:cs typeface="Calibri"/>
              </a:rPr>
              <a:t>Google</a:t>
            </a:r>
            <a:r>
              <a:rPr sz="1192" b="1" spc="-3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92" b="1" spc="-11" dirty="0">
                <a:solidFill>
                  <a:srgbClr val="FFFFFF"/>
                </a:solidFill>
                <a:latin typeface="Calibri"/>
                <a:cs typeface="Calibri"/>
              </a:rPr>
              <a:t>Tested </a:t>
            </a:r>
            <a:r>
              <a:rPr sz="1192" b="1" dirty="0">
                <a:solidFill>
                  <a:srgbClr val="FFFFFF"/>
                </a:solidFill>
                <a:latin typeface="Calibri"/>
                <a:cs typeface="Calibri"/>
              </a:rPr>
              <a:t>Tester</a:t>
            </a:r>
            <a:r>
              <a:rPr sz="1192" b="1" spc="-3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92" b="1" spc="-11" dirty="0">
                <a:solidFill>
                  <a:srgbClr val="FFFFFF"/>
                </a:solidFill>
                <a:latin typeface="Calibri"/>
                <a:cs typeface="Calibri"/>
              </a:rPr>
              <a:t>Partner</a:t>
            </a:r>
            <a:endParaRPr sz="1192">
              <a:latin typeface="Calibri"/>
              <a:cs typeface="Calibri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71832" y="3118336"/>
            <a:ext cx="1872509" cy="1609037"/>
          </a:xfrm>
          <a:custGeom>
            <a:avLst/>
            <a:gdLst/>
            <a:ahLst/>
            <a:cxnLst/>
            <a:rect l="l" t="t" r="r" b="b"/>
            <a:pathLst>
              <a:path w="1728470" h="1485264">
                <a:moveTo>
                  <a:pt x="1727962" y="0"/>
                </a:moveTo>
                <a:lnTo>
                  <a:pt x="0" y="0"/>
                </a:lnTo>
                <a:lnTo>
                  <a:pt x="0" y="1485011"/>
                </a:lnTo>
                <a:lnTo>
                  <a:pt x="1727962" y="1485011"/>
                </a:lnTo>
                <a:lnTo>
                  <a:pt x="1727962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1950"/>
          </a:p>
        </p:txBody>
      </p:sp>
      <p:sp>
        <p:nvSpPr>
          <p:cNvPr id="9" name="object 9"/>
          <p:cNvSpPr txBox="1"/>
          <p:nvPr/>
        </p:nvSpPr>
        <p:spPr>
          <a:xfrm>
            <a:off x="71832" y="3118336"/>
            <a:ext cx="1872509" cy="154965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ct val="100000"/>
              </a:lnSpc>
            </a:pPr>
            <a:endParaRPr sz="975">
              <a:latin typeface="Times New Roman"/>
              <a:cs typeface="Times New Roman"/>
            </a:endParaRPr>
          </a:p>
          <a:p>
            <a:pPr>
              <a:lnSpc>
                <a:spcPct val="100000"/>
              </a:lnSpc>
            </a:pPr>
            <a:endParaRPr sz="975">
              <a:latin typeface="Times New Roman"/>
              <a:cs typeface="Times New Roman"/>
            </a:endParaRPr>
          </a:p>
          <a:p>
            <a:pPr>
              <a:spcBef>
                <a:spcPts val="1062"/>
              </a:spcBef>
            </a:pPr>
            <a:endParaRPr sz="975">
              <a:latin typeface="Times New Roman"/>
              <a:cs typeface="Times New Roman"/>
            </a:endParaRPr>
          </a:p>
          <a:p>
            <a:pPr marL="99057"/>
            <a:r>
              <a:rPr sz="975" b="1" dirty="0">
                <a:latin typeface="Calibri"/>
                <a:cs typeface="Calibri"/>
              </a:rPr>
              <a:t>TCS</a:t>
            </a:r>
            <a:r>
              <a:rPr sz="975" b="1" spc="-22" dirty="0">
                <a:latin typeface="Calibri"/>
                <a:cs typeface="Calibri"/>
              </a:rPr>
              <a:t> </a:t>
            </a:r>
            <a:r>
              <a:rPr sz="975" b="1" spc="-27" dirty="0">
                <a:latin typeface="Calibri"/>
                <a:cs typeface="Calibri"/>
              </a:rPr>
              <a:t>POV</a:t>
            </a:r>
            <a:endParaRPr sz="975">
              <a:latin typeface="Calibri"/>
              <a:cs typeface="Calibri"/>
            </a:endParaRPr>
          </a:p>
          <a:p>
            <a:pPr marL="239387" marR="335005" indent="-140330">
              <a:lnSpc>
                <a:spcPts val="932"/>
              </a:lnSpc>
              <a:spcBef>
                <a:spcPts val="466"/>
              </a:spcBef>
              <a:buClr>
                <a:srgbClr val="E21164"/>
              </a:buClr>
              <a:buSzPct val="150000"/>
              <a:buFont typeface="Arial"/>
              <a:buChar char="•"/>
              <a:tabLst>
                <a:tab pos="239387" algn="l"/>
              </a:tabLst>
            </a:pP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Pioneering</a:t>
            </a:r>
            <a:r>
              <a:rPr sz="867" spc="-22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&amp;</a:t>
            </a:r>
            <a:r>
              <a:rPr sz="867" spc="-27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testing</a:t>
            </a:r>
            <a:r>
              <a:rPr sz="867" spc="-32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spc="-27" dirty="0">
                <a:solidFill>
                  <a:srgbClr val="33619A"/>
                </a:solidFill>
                <a:latin typeface="Calibri"/>
                <a:cs typeface="Calibri"/>
              </a:rPr>
              <a:t>new</a:t>
            </a:r>
            <a:r>
              <a:rPr sz="867" spc="542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spc="-11" dirty="0">
                <a:solidFill>
                  <a:srgbClr val="33619A"/>
                </a:solidFill>
                <a:latin typeface="Calibri"/>
                <a:cs typeface="Calibri"/>
              </a:rPr>
              <a:t>functionalities</a:t>
            </a:r>
            <a:r>
              <a:rPr sz="867" spc="49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of</a:t>
            </a:r>
            <a:r>
              <a:rPr sz="867" spc="16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GCP</a:t>
            </a:r>
            <a:r>
              <a:rPr sz="867" spc="-22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Gen</a:t>
            </a:r>
            <a:r>
              <a:rPr sz="867" spc="5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spc="-27" dirty="0">
                <a:solidFill>
                  <a:srgbClr val="33619A"/>
                </a:solidFill>
                <a:latin typeface="Calibri"/>
                <a:cs typeface="Calibri"/>
              </a:rPr>
              <a:t>AI</a:t>
            </a:r>
            <a:r>
              <a:rPr sz="867" spc="542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spc="-11" dirty="0">
                <a:solidFill>
                  <a:srgbClr val="33619A"/>
                </a:solidFill>
                <a:latin typeface="Calibri"/>
                <a:cs typeface="Calibri"/>
              </a:rPr>
              <a:t>offerings.</a:t>
            </a:r>
            <a:endParaRPr sz="867">
              <a:latin typeface="Calibri"/>
              <a:cs typeface="Calibri"/>
            </a:endParaRPr>
          </a:p>
          <a:p>
            <a:pPr marL="239387" marR="260023" indent="-140330">
              <a:lnSpc>
                <a:spcPts val="932"/>
              </a:lnSpc>
              <a:spcBef>
                <a:spcPts val="443"/>
              </a:spcBef>
              <a:buClr>
                <a:srgbClr val="E21164"/>
              </a:buClr>
              <a:buSzPct val="150000"/>
              <a:buFont typeface="Arial"/>
              <a:buChar char="•"/>
              <a:tabLst>
                <a:tab pos="239387" algn="l"/>
              </a:tabLst>
            </a:pP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Continual</a:t>
            </a:r>
            <a:r>
              <a:rPr sz="867" spc="32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spc="-11" dirty="0">
                <a:solidFill>
                  <a:srgbClr val="33619A"/>
                </a:solidFill>
                <a:latin typeface="Calibri"/>
                <a:cs typeface="Calibri"/>
              </a:rPr>
              <a:t>Improvement</a:t>
            </a:r>
            <a:r>
              <a:rPr sz="867" spc="-5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spc="-22" dirty="0">
                <a:solidFill>
                  <a:srgbClr val="33619A"/>
                </a:solidFill>
                <a:latin typeface="Calibri"/>
                <a:cs typeface="Calibri"/>
              </a:rPr>
              <a:t>with</a:t>
            </a:r>
            <a:r>
              <a:rPr sz="867" spc="542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iterative</a:t>
            </a:r>
            <a:r>
              <a:rPr sz="867" spc="-22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testing</a:t>
            </a:r>
            <a:r>
              <a:rPr sz="867" spc="-38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under</a:t>
            </a:r>
            <a:r>
              <a:rPr sz="867" spc="-27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spc="-11" dirty="0">
                <a:solidFill>
                  <a:srgbClr val="33619A"/>
                </a:solidFill>
                <a:latin typeface="Calibri"/>
                <a:cs typeface="Calibri"/>
              </a:rPr>
              <a:t>Trusted</a:t>
            </a:r>
            <a:r>
              <a:rPr sz="867" spc="542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Tester</a:t>
            </a:r>
            <a:r>
              <a:rPr sz="867" spc="-32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spc="-11" dirty="0">
                <a:solidFill>
                  <a:srgbClr val="33619A"/>
                </a:solidFill>
                <a:latin typeface="Calibri"/>
                <a:cs typeface="Calibri"/>
              </a:rPr>
              <a:t>Program.</a:t>
            </a:r>
            <a:endParaRPr sz="867">
              <a:latin typeface="Calibri"/>
              <a:cs typeface="Calibri"/>
            </a:endParaRPr>
          </a:p>
        </p:txBody>
      </p:sp>
      <p:sp>
        <p:nvSpPr>
          <p:cNvPr id="10" name="object 10"/>
          <p:cNvSpPr/>
          <p:nvPr/>
        </p:nvSpPr>
        <p:spPr>
          <a:xfrm>
            <a:off x="71832" y="2123883"/>
            <a:ext cx="585417" cy="293053"/>
          </a:xfrm>
          <a:custGeom>
            <a:avLst/>
            <a:gdLst/>
            <a:ahLst/>
            <a:cxnLst/>
            <a:rect l="l" t="t" r="r" b="b"/>
            <a:pathLst>
              <a:path w="540385" h="270510">
                <a:moveTo>
                  <a:pt x="540004" y="0"/>
                </a:moveTo>
                <a:lnTo>
                  <a:pt x="0" y="53975"/>
                </a:lnTo>
                <a:lnTo>
                  <a:pt x="0" y="270001"/>
                </a:lnTo>
                <a:lnTo>
                  <a:pt x="540004" y="270001"/>
                </a:lnTo>
                <a:lnTo>
                  <a:pt x="540004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 sz="1950"/>
          </a:p>
        </p:txBody>
      </p:sp>
      <p:sp>
        <p:nvSpPr>
          <p:cNvPr id="11" name="object 11"/>
          <p:cNvSpPr txBox="1"/>
          <p:nvPr/>
        </p:nvSpPr>
        <p:spPr>
          <a:xfrm>
            <a:off x="442908" y="2180432"/>
            <a:ext cx="126576" cy="213947"/>
          </a:xfrm>
          <a:prstGeom prst="rect">
            <a:avLst/>
          </a:prstGeom>
        </p:spPr>
        <p:txBody>
          <a:bodyPr vert="horz" wrap="square" lIns="0" tIns="13758" rIns="0" bIns="0" rtlCol="0">
            <a:spAutoFit/>
          </a:bodyPr>
          <a:lstStyle/>
          <a:p>
            <a:pPr marL="13758">
              <a:spcBef>
                <a:spcPts val="108"/>
              </a:spcBef>
            </a:pPr>
            <a:r>
              <a:rPr sz="1300" b="1" spc="-54" dirty="0">
                <a:solidFill>
                  <a:srgbClr val="FFFFFF"/>
                </a:solidFill>
                <a:latin typeface="Cambria"/>
                <a:cs typeface="Cambria"/>
              </a:rPr>
              <a:t>1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2" name="object 12"/>
          <p:cNvSpPr/>
          <p:nvPr/>
        </p:nvSpPr>
        <p:spPr>
          <a:xfrm>
            <a:off x="2037471" y="2416470"/>
            <a:ext cx="1872509" cy="702363"/>
          </a:xfrm>
          <a:custGeom>
            <a:avLst/>
            <a:gdLst/>
            <a:ahLst/>
            <a:cxnLst/>
            <a:rect l="l" t="t" r="r" b="b"/>
            <a:pathLst>
              <a:path w="1728470" h="648335">
                <a:moveTo>
                  <a:pt x="1727961" y="0"/>
                </a:moveTo>
                <a:lnTo>
                  <a:pt x="0" y="0"/>
                </a:lnTo>
                <a:lnTo>
                  <a:pt x="0" y="648004"/>
                </a:lnTo>
                <a:lnTo>
                  <a:pt x="1727961" y="648004"/>
                </a:lnTo>
                <a:lnTo>
                  <a:pt x="1727961" y="0"/>
                </a:lnTo>
                <a:close/>
              </a:path>
            </a:pathLst>
          </a:custGeom>
          <a:solidFill>
            <a:srgbClr val="4E84C4"/>
          </a:solidFill>
        </p:spPr>
        <p:txBody>
          <a:bodyPr wrap="square" lIns="0" tIns="0" rIns="0" bIns="0" rtlCol="0"/>
          <a:lstStyle/>
          <a:p>
            <a:endParaRPr sz="1950"/>
          </a:p>
        </p:txBody>
      </p:sp>
      <p:sp>
        <p:nvSpPr>
          <p:cNvPr id="13" name="object 13"/>
          <p:cNvSpPr txBox="1"/>
          <p:nvPr/>
        </p:nvSpPr>
        <p:spPr>
          <a:xfrm>
            <a:off x="2270261" y="2562776"/>
            <a:ext cx="1406102" cy="381482"/>
          </a:xfrm>
          <a:prstGeom prst="rect">
            <a:avLst/>
          </a:prstGeom>
        </p:spPr>
        <p:txBody>
          <a:bodyPr vert="horz" wrap="square" lIns="0" tIns="14446" rIns="0" bIns="0" rtlCol="0">
            <a:spAutoFit/>
          </a:bodyPr>
          <a:lstStyle/>
          <a:p>
            <a:pPr marL="104560" marR="5503" indent="-90802">
              <a:spcBef>
                <a:spcPts val="114"/>
              </a:spcBef>
            </a:pPr>
            <a:r>
              <a:rPr sz="1192" b="1" dirty="0">
                <a:solidFill>
                  <a:srgbClr val="FFFFFF"/>
                </a:solidFill>
                <a:latin typeface="Calibri"/>
                <a:cs typeface="Calibri"/>
              </a:rPr>
              <a:t>Identify</a:t>
            </a:r>
            <a:r>
              <a:rPr sz="1192" b="1" spc="-2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92" b="1" dirty="0">
                <a:solidFill>
                  <a:srgbClr val="FFFFFF"/>
                </a:solidFill>
                <a:latin typeface="Calibri"/>
                <a:cs typeface="Calibri"/>
              </a:rPr>
              <a:t>use</a:t>
            </a:r>
            <a:r>
              <a:rPr sz="1192" b="1" spc="-2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92" b="1" dirty="0">
                <a:solidFill>
                  <a:srgbClr val="FFFFFF"/>
                </a:solidFill>
                <a:latin typeface="Calibri"/>
                <a:cs typeface="Calibri"/>
              </a:rPr>
              <a:t>cases</a:t>
            </a:r>
            <a:r>
              <a:rPr sz="1192" b="1" spc="-3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92" b="1" spc="-27" dirty="0">
                <a:solidFill>
                  <a:srgbClr val="FFFFFF"/>
                </a:solidFill>
                <a:latin typeface="Calibri"/>
                <a:cs typeface="Calibri"/>
              </a:rPr>
              <a:t>and </a:t>
            </a:r>
            <a:r>
              <a:rPr sz="1192" b="1" dirty="0">
                <a:solidFill>
                  <a:srgbClr val="FFFFFF"/>
                </a:solidFill>
                <a:latin typeface="Calibri"/>
                <a:cs typeface="Calibri"/>
              </a:rPr>
              <a:t>build</a:t>
            </a:r>
            <a:r>
              <a:rPr sz="1192" b="1" spc="-3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92" b="1" dirty="0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sz="1192" b="1" spc="-5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92" b="1" spc="-22" dirty="0">
                <a:solidFill>
                  <a:srgbClr val="FFFFFF"/>
                </a:solidFill>
                <a:latin typeface="Calibri"/>
                <a:cs typeface="Calibri"/>
              </a:rPr>
              <a:t>case</a:t>
            </a:r>
            <a:endParaRPr sz="1192">
              <a:latin typeface="Calibri"/>
              <a:cs typeface="Calibri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2037471" y="3118336"/>
            <a:ext cx="1872509" cy="1609037"/>
          </a:xfrm>
          <a:custGeom>
            <a:avLst/>
            <a:gdLst/>
            <a:ahLst/>
            <a:cxnLst/>
            <a:rect l="l" t="t" r="r" b="b"/>
            <a:pathLst>
              <a:path w="1728470" h="1485264">
                <a:moveTo>
                  <a:pt x="1727961" y="0"/>
                </a:moveTo>
                <a:lnTo>
                  <a:pt x="0" y="0"/>
                </a:lnTo>
                <a:lnTo>
                  <a:pt x="0" y="1485011"/>
                </a:lnTo>
                <a:lnTo>
                  <a:pt x="1727961" y="1485011"/>
                </a:lnTo>
                <a:lnTo>
                  <a:pt x="172796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1950"/>
          </a:p>
        </p:txBody>
      </p:sp>
      <p:sp>
        <p:nvSpPr>
          <p:cNvPr id="15" name="object 15"/>
          <p:cNvSpPr txBox="1"/>
          <p:nvPr/>
        </p:nvSpPr>
        <p:spPr>
          <a:xfrm>
            <a:off x="2122911" y="3667020"/>
            <a:ext cx="1620044" cy="856944"/>
          </a:xfrm>
          <a:prstGeom prst="rect">
            <a:avLst/>
          </a:prstGeom>
        </p:spPr>
        <p:txBody>
          <a:bodyPr vert="horz" wrap="square" lIns="0" tIns="13758" rIns="0" bIns="0" rtlCol="0">
            <a:spAutoFit/>
          </a:bodyPr>
          <a:lstStyle/>
          <a:p>
            <a:pPr marL="13758">
              <a:spcBef>
                <a:spcPts val="108"/>
              </a:spcBef>
            </a:pPr>
            <a:r>
              <a:rPr sz="975" b="1" spc="-11" dirty="0">
                <a:latin typeface="Calibri"/>
                <a:cs typeface="Calibri"/>
              </a:rPr>
              <a:t>Ideation</a:t>
            </a:r>
            <a:endParaRPr sz="975">
              <a:latin typeface="Calibri"/>
              <a:cs typeface="Calibri"/>
            </a:endParaRPr>
          </a:p>
          <a:p>
            <a:pPr marL="153401" marR="5503" indent="-140330">
              <a:lnSpc>
                <a:spcPts val="932"/>
              </a:lnSpc>
              <a:spcBef>
                <a:spcPts val="460"/>
              </a:spcBef>
              <a:buClr>
                <a:srgbClr val="E21164"/>
              </a:buClr>
              <a:buSzPct val="150000"/>
              <a:buFont typeface="Arial"/>
              <a:buChar char="•"/>
              <a:tabLst>
                <a:tab pos="153401" algn="l"/>
              </a:tabLst>
            </a:pP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Value</a:t>
            </a:r>
            <a:r>
              <a:rPr sz="867" spc="-32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chain</a:t>
            </a:r>
            <a:r>
              <a:rPr sz="867" spc="-22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approach</a:t>
            </a:r>
            <a:r>
              <a:rPr sz="867" spc="-11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to</a:t>
            </a:r>
            <a:r>
              <a:rPr sz="867" spc="-32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spc="-11" dirty="0">
                <a:solidFill>
                  <a:srgbClr val="33619A"/>
                </a:solidFill>
                <a:latin typeface="Calibri"/>
                <a:cs typeface="Calibri"/>
              </a:rPr>
              <a:t>identify</a:t>
            </a:r>
            <a:r>
              <a:rPr sz="867" spc="542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and</a:t>
            </a:r>
            <a:r>
              <a:rPr sz="867" spc="11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spc="-11" dirty="0">
                <a:solidFill>
                  <a:srgbClr val="33619A"/>
                </a:solidFill>
                <a:latin typeface="Calibri"/>
                <a:cs typeface="Calibri"/>
              </a:rPr>
              <a:t>prioritize</a:t>
            </a:r>
            <a:r>
              <a:rPr sz="867" spc="27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spc="-11" dirty="0">
                <a:solidFill>
                  <a:srgbClr val="33619A"/>
                </a:solidFill>
                <a:latin typeface="Calibri"/>
                <a:cs typeface="Calibri"/>
              </a:rPr>
              <a:t>ideas.</a:t>
            </a:r>
            <a:endParaRPr sz="867">
              <a:latin typeface="Calibri"/>
              <a:cs typeface="Calibri"/>
            </a:endParaRPr>
          </a:p>
          <a:p>
            <a:pPr marL="153401" marR="259337" indent="-140330">
              <a:lnSpc>
                <a:spcPts val="932"/>
              </a:lnSpc>
              <a:spcBef>
                <a:spcPts val="439"/>
              </a:spcBef>
              <a:buClr>
                <a:srgbClr val="E21164"/>
              </a:buClr>
              <a:buSzPct val="150000"/>
              <a:buFont typeface="Arial"/>
              <a:buChar char="•"/>
              <a:tabLst>
                <a:tab pos="153401" algn="l"/>
              </a:tabLst>
            </a:pP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In</a:t>
            </a:r>
            <a:r>
              <a:rPr sz="867" spc="11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spc="-11" dirty="0">
                <a:solidFill>
                  <a:srgbClr val="33619A"/>
                </a:solidFill>
                <a:latin typeface="Calibri"/>
                <a:cs typeface="Calibri"/>
              </a:rPr>
              <a:t>collaboration</a:t>
            </a:r>
            <a:r>
              <a:rPr sz="867" spc="60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spc="-22" dirty="0">
                <a:solidFill>
                  <a:srgbClr val="33619A"/>
                </a:solidFill>
                <a:latin typeface="Calibri"/>
                <a:cs typeface="Calibri"/>
              </a:rPr>
              <a:t>with</a:t>
            </a:r>
            <a:r>
              <a:rPr sz="867" spc="542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spc="-11" dirty="0">
                <a:solidFill>
                  <a:srgbClr val="33619A"/>
                </a:solidFill>
                <a:latin typeface="Calibri"/>
                <a:cs typeface="Calibri"/>
              </a:rPr>
              <a:t>ISU/customers</a:t>
            </a:r>
            <a:r>
              <a:rPr sz="867" spc="-22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identify</a:t>
            </a:r>
            <a:r>
              <a:rPr sz="867" spc="54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spc="-27" dirty="0">
                <a:solidFill>
                  <a:srgbClr val="33619A"/>
                </a:solidFill>
                <a:latin typeface="Calibri"/>
                <a:cs typeface="Calibri"/>
              </a:rPr>
              <a:t>the</a:t>
            </a:r>
            <a:r>
              <a:rPr sz="867" spc="542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business</a:t>
            </a:r>
            <a:r>
              <a:rPr sz="867" spc="-27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use</a:t>
            </a:r>
            <a:r>
              <a:rPr sz="867" spc="-43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spc="-11" dirty="0">
                <a:solidFill>
                  <a:srgbClr val="33619A"/>
                </a:solidFill>
                <a:latin typeface="Calibri"/>
                <a:cs typeface="Calibri"/>
              </a:rPr>
              <a:t>cases.</a:t>
            </a:r>
            <a:endParaRPr sz="867">
              <a:latin typeface="Calibri"/>
              <a:cs typeface="Calibri"/>
            </a:endParaRPr>
          </a:p>
        </p:txBody>
      </p:sp>
      <p:sp>
        <p:nvSpPr>
          <p:cNvPr id="16" name="object 16"/>
          <p:cNvSpPr/>
          <p:nvPr/>
        </p:nvSpPr>
        <p:spPr>
          <a:xfrm>
            <a:off x="2037471" y="2123883"/>
            <a:ext cx="585417" cy="293053"/>
          </a:xfrm>
          <a:custGeom>
            <a:avLst/>
            <a:gdLst/>
            <a:ahLst/>
            <a:cxnLst/>
            <a:rect l="l" t="t" r="r" b="b"/>
            <a:pathLst>
              <a:path w="540385" h="270510">
                <a:moveTo>
                  <a:pt x="540004" y="0"/>
                </a:moveTo>
                <a:lnTo>
                  <a:pt x="0" y="53975"/>
                </a:lnTo>
                <a:lnTo>
                  <a:pt x="0" y="270001"/>
                </a:lnTo>
                <a:lnTo>
                  <a:pt x="540004" y="270001"/>
                </a:lnTo>
                <a:lnTo>
                  <a:pt x="540004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 sz="1950"/>
          </a:p>
        </p:txBody>
      </p:sp>
      <p:sp>
        <p:nvSpPr>
          <p:cNvPr id="17" name="object 17"/>
          <p:cNvSpPr txBox="1"/>
          <p:nvPr/>
        </p:nvSpPr>
        <p:spPr>
          <a:xfrm>
            <a:off x="2408946" y="2180432"/>
            <a:ext cx="126576" cy="213947"/>
          </a:xfrm>
          <a:prstGeom prst="rect">
            <a:avLst/>
          </a:prstGeom>
        </p:spPr>
        <p:txBody>
          <a:bodyPr vert="horz" wrap="square" lIns="0" tIns="13758" rIns="0" bIns="0" rtlCol="0">
            <a:spAutoFit/>
          </a:bodyPr>
          <a:lstStyle/>
          <a:p>
            <a:pPr marL="13758">
              <a:spcBef>
                <a:spcPts val="108"/>
              </a:spcBef>
            </a:pPr>
            <a:r>
              <a:rPr sz="1300" b="1" spc="-54" dirty="0">
                <a:solidFill>
                  <a:srgbClr val="FFFFFF"/>
                </a:solidFill>
                <a:latin typeface="Cambria"/>
                <a:cs typeface="Cambria"/>
              </a:rPr>
              <a:t>2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18" name="object 18"/>
          <p:cNvSpPr/>
          <p:nvPr/>
        </p:nvSpPr>
        <p:spPr>
          <a:xfrm>
            <a:off x="4003124" y="2416470"/>
            <a:ext cx="1872509" cy="702363"/>
          </a:xfrm>
          <a:custGeom>
            <a:avLst/>
            <a:gdLst/>
            <a:ahLst/>
            <a:cxnLst/>
            <a:rect l="l" t="t" r="r" b="b"/>
            <a:pathLst>
              <a:path w="1728470" h="648335">
                <a:moveTo>
                  <a:pt x="1727962" y="0"/>
                </a:moveTo>
                <a:lnTo>
                  <a:pt x="0" y="0"/>
                </a:lnTo>
                <a:lnTo>
                  <a:pt x="0" y="648004"/>
                </a:lnTo>
                <a:lnTo>
                  <a:pt x="1727962" y="648004"/>
                </a:lnTo>
                <a:lnTo>
                  <a:pt x="1727962" y="0"/>
                </a:lnTo>
                <a:close/>
              </a:path>
            </a:pathLst>
          </a:custGeom>
          <a:solidFill>
            <a:srgbClr val="4E84C4"/>
          </a:solidFill>
        </p:spPr>
        <p:txBody>
          <a:bodyPr wrap="square" lIns="0" tIns="0" rIns="0" bIns="0" rtlCol="0"/>
          <a:lstStyle/>
          <a:p>
            <a:endParaRPr sz="1950"/>
          </a:p>
        </p:txBody>
      </p:sp>
      <p:sp>
        <p:nvSpPr>
          <p:cNvPr id="19" name="object 19"/>
          <p:cNvSpPr txBox="1"/>
          <p:nvPr/>
        </p:nvSpPr>
        <p:spPr>
          <a:xfrm>
            <a:off x="4313788" y="2471971"/>
            <a:ext cx="1400598" cy="564931"/>
          </a:xfrm>
          <a:prstGeom prst="rect">
            <a:avLst/>
          </a:prstGeom>
        </p:spPr>
        <p:txBody>
          <a:bodyPr vert="horz" wrap="square" lIns="0" tIns="14446" rIns="0" bIns="0" rtlCol="0">
            <a:spAutoFit/>
          </a:bodyPr>
          <a:lstStyle/>
          <a:p>
            <a:pPr marL="13758" marR="5503" indent="-2064" algn="ctr">
              <a:spcBef>
                <a:spcPts val="114"/>
              </a:spcBef>
            </a:pPr>
            <a:r>
              <a:rPr sz="1192" b="1" spc="-11" dirty="0">
                <a:solidFill>
                  <a:srgbClr val="FFFFFF"/>
                </a:solidFill>
                <a:latin typeface="Calibri"/>
                <a:cs typeface="Calibri"/>
              </a:rPr>
              <a:t>Accelerated </a:t>
            </a:r>
            <a:r>
              <a:rPr sz="1192" b="1" dirty="0">
                <a:solidFill>
                  <a:srgbClr val="FFFFFF"/>
                </a:solidFill>
                <a:latin typeface="Calibri"/>
                <a:cs typeface="Calibri"/>
              </a:rPr>
              <a:t>experimentation</a:t>
            </a:r>
            <a:r>
              <a:rPr sz="1192" b="1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92" b="1" spc="-22" dirty="0">
                <a:solidFill>
                  <a:srgbClr val="FFFFFF"/>
                </a:solidFill>
                <a:latin typeface="Calibri"/>
                <a:cs typeface="Calibri"/>
              </a:rPr>
              <a:t>with </a:t>
            </a:r>
            <a:r>
              <a:rPr sz="1192" b="1" spc="-11" dirty="0">
                <a:solidFill>
                  <a:srgbClr val="FFFFFF"/>
                </a:solidFill>
                <a:latin typeface="Calibri"/>
                <a:cs typeface="Calibri"/>
              </a:rPr>
              <a:t>POCs/POTs</a:t>
            </a:r>
            <a:endParaRPr sz="1192">
              <a:latin typeface="Calibri"/>
              <a:cs typeface="Calibri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4003124" y="3118336"/>
            <a:ext cx="1872509" cy="1609037"/>
          </a:xfrm>
          <a:custGeom>
            <a:avLst/>
            <a:gdLst/>
            <a:ahLst/>
            <a:cxnLst/>
            <a:rect l="l" t="t" r="r" b="b"/>
            <a:pathLst>
              <a:path w="1728470" h="1485264">
                <a:moveTo>
                  <a:pt x="1727962" y="0"/>
                </a:moveTo>
                <a:lnTo>
                  <a:pt x="0" y="0"/>
                </a:lnTo>
                <a:lnTo>
                  <a:pt x="0" y="1485011"/>
                </a:lnTo>
                <a:lnTo>
                  <a:pt x="1727962" y="1485011"/>
                </a:lnTo>
                <a:lnTo>
                  <a:pt x="1727962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1950"/>
          </a:p>
        </p:txBody>
      </p:sp>
      <p:sp>
        <p:nvSpPr>
          <p:cNvPr id="21" name="object 21"/>
          <p:cNvSpPr txBox="1"/>
          <p:nvPr/>
        </p:nvSpPr>
        <p:spPr>
          <a:xfrm>
            <a:off x="4088977" y="3667020"/>
            <a:ext cx="1575329" cy="741527"/>
          </a:xfrm>
          <a:prstGeom prst="rect">
            <a:avLst/>
          </a:prstGeom>
        </p:spPr>
        <p:txBody>
          <a:bodyPr vert="horz" wrap="square" lIns="0" tIns="13758" rIns="0" bIns="0" rtlCol="0">
            <a:spAutoFit/>
          </a:bodyPr>
          <a:lstStyle/>
          <a:p>
            <a:pPr marL="13758">
              <a:spcBef>
                <a:spcPts val="108"/>
              </a:spcBef>
            </a:pPr>
            <a:r>
              <a:rPr sz="975" b="1" dirty="0">
                <a:latin typeface="Calibri"/>
                <a:cs typeface="Calibri"/>
              </a:rPr>
              <a:t>Solutioning &amp;</a:t>
            </a:r>
            <a:r>
              <a:rPr sz="975" b="1" spc="-43" dirty="0">
                <a:latin typeface="Calibri"/>
                <a:cs typeface="Calibri"/>
              </a:rPr>
              <a:t> </a:t>
            </a:r>
            <a:r>
              <a:rPr sz="975" b="1" spc="-11" dirty="0">
                <a:latin typeface="Calibri"/>
                <a:cs typeface="Calibri"/>
              </a:rPr>
              <a:t>Demo’s</a:t>
            </a:r>
            <a:endParaRPr sz="975">
              <a:latin typeface="Calibri"/>
              <a:cs typeface="Calibri"/>
            </a:endParaRPr>
          </a:p>
          <a:p>
            <a:pPr marL="153401" marR="5503" indent="-140330">
              <a:lnSpc>
                <a:spcPts val="932"/>
              </a:lnSpc>
              <a:spcBef>
                <a:spcPts val="460"/>
              </a:spcBef>
              <a:buClr>
                <a:srgbClr val="E21164"/>
              </a:buClr>
              <a:buSzPct val="150000"/>
              <a:buFont typeface="Arial"/>
              <a:buChar char="•"/>
              <a:tabLst>
                <a:tab pos="153401" algn="l"/>
              </a:tabLst>
            </a:pPr>
            <a:r>
              <a:rPr sz="867" spc="-11" dirty="0">
                <a:solidFill>
                  <a:srgbClr val="33619A"/>
                </a:solidFill>
                <a:latin typeface="Calibri"/>
                <a:cs typeface="Calibri"/>
              </a:rPr>
              <a:t>Showcasing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the</a:t>
            </a:r>
            <a:r>
              <a:rPr sz="867" spc="-16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potential</a:t>
            </a:r>
            <a:r>
              <a:rPr sz="867" spc="16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of</a:t>
            </a:r>
            <a:r>
              <a:rPr sz="867" spc="-5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spc="-27" dirty="0">
                <a:solidFill>
                  <a:srgbClr val="33619A"/>
                </a:solidFill>
                <a:latin typeface="Calibri"/>
                <a:cs typeface="Calibri"/>
              </a:rPr>
              <a:t>lab</a:t>
            </a:r>
            <a:r>
              <a:rPr sz="867" spc="542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spc="-11" dirty="0">
                <a:solidFill>
                  <a:srgbClr val="33619A"/>
                </a:solidFill>
                <a:latin typeface="Calibri"/>
                <a:cs typeface="Calibri"/>
              </a:rPr>
              <a:t>accelerators.</a:t>
            </a:r>
            <a:endParaRPr sz="867">
              <a:latin typeface="Calibri"/>
              <a:cs typeface="Calibri"/>
            </a:endParaRPr>
          </a:p>
          <a:p>
            <a:pPr marL="153401" marR="173350" indent="-140330">
              <a:lnSpc>
                <a:spcPts val="932"/>
              </a:lnSpc>
              <a:spcBef>
                <a:spcPts val="439"/>
              </a:spcBef>
              <a:buClr>
                <a:srgbClr val="E21164"/>
              </a:buClr>
              <a:buSzPct val="150000"/>
              <a:buFont typeface="Arial"/>
              <a:buChar char="•"/>
              <a:tabLst>
                <a:tab pos="153401" algn="l"/>
              </a:tabLst>
            </a:pP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Tailoring</a:t>
            </a:r>
            <a:r>
              <a:rPr sz="867" spc="-22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demos</a:t>
            </a:r>
            <a:r>
              <a:rPr sz="867" spc="-27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to</a:t>
            </a:r>
            <a:r>
              <a:rPr sz="867" spc="-32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spc="-11" dirty="0">
                <a:solidFill>
                  <a:srgbClr val="33619A"/>
                </a:solidFill>
                <a:latin typeface="Calibri"/>
                <a:cs typeface="Calibri"/>
              </a:rPr>
              <a:t>address</a:t>
            </a:r>
            <a:r>
              <a:rPr sz="867" spc="542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business</a:t>
            </a:r>
            <a:r>
              <a:rPr sz="867" spc="-49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specific</a:t>
            </a:r>
            <a:r>
              <a:rPr sz="867" spc="-32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spc="-11" dirty="0">
                <a:solidFill>
                  <a:srgbClr val="33619A"/>
                </a:solidFill>
                <a:latin typeface="Calibri"/>
                <a:cs typeface="Calibri"/>
              </a:rPr>
              <a:t>challenges</a:t>
            </a:r>
            <a:endParaRPr sz="867">
              <a:latin typeface="Calibri"/>
              <a:cs typeface="Calibri"/>
            </a:endParaRPr>
          </a:p>
        </p:txBody>
      </p:sp>
      <p:sp>
        <p:nvSpPr>
          <p:cNvPr id="22" name="object 22"/>
          <p:cNvSpPr/>
          <p:nvPr/>
        </p:nvSpPr>
        <p:spPr>
          <a:xfrm>
            <a:off x="4003124" y="2123883"/>
            <a:ext cx="585417" cy="293053"/>
          </a:xfrm>
          <a:custGeom>
            <a:avLst/>
            <a:gdLst/>
            <a:ahLst/>
            <a:cxnLst/>
            <a:rect l="l" t="t" r="r" b="b"/>
            <a:pathLst>
              <a:path w="540385" h="270510">
                <a:moveTo>
                  <a:pt x="540004" y="0"/>
                </a:moveTo>
                <a:lnTo>
                  <a:pt x="0" y="53975"/>
                </a:lnTo>
                <a:lnTo>
                  <a:pt x="0" y="270001"/>
                </a:lnTo>
                <a:lnTo>
                  <a:pt x="540004" y="270001"/>
                </a:lnTo>
                <a:lnTo>
                  <a:pt x="540004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 sz="1950"/>
          </a:p>
        </p:txBody>
      </p:sp>
      <p:sp>
        <p:nvSpPr>
          <p:cNvPr id="23" name="object 23"/>
          <p:cNvSpPr txBox="1"/>
          <p:nvPr/>
        </p:nvSpPr>
        <p:spPr>
          <a:xfrm>
            <a:off x="4374599" y="2180432"/>
            <a:ext cx="126576" cy="213947"/>
          </a:xfrm>
          <a:prstGeom prst="rect">
            <a:avLst/>
          </a:prstGeom>
        </p:spPr>
        <p:txBody>
          <a:bodyPr vert="horz" wrap="square" lIns="0" tIns="13758" rIns="0" bIns="0" rtlCol="0">
            <a:spAutoFit/>
          </a:bodyPr>
          <a:lstStyle/>
          <a:p>
            <a:pPr marL="13758">
              <a:spcBef>
                <a:spcPts val="108"/>
              </a:spcBef>
            </a:pPr>
            <a:r>
              <a:rPr sz="1300" b="1" spc="-54" dirty="0">
                <a:solidFill>
                  <a:srgbClr val="FFFFFF"/>
                </a:solidFill>
                <a:latin typeface="Cambria"/>
                <a:cs typeface="Cambria"/>
              </a:rPr>
              <a:t>3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24" name="object 24"/>
          <p:cNvSpPr/>
          <p:nvPr/>
        </p:nvSpPr>
        <p:spPr>
          <a:xfrm>
            <a:off x="5968777" y="2416470"/>
            <a:ext cx="1872509" cy="702363"/>
          </a:xfrm>
          <a:custGeom>
            <a:avLst/>
            <a:gdLst/>
            <a:ahLst/>
            <a:cxnLst/>
            <a:rect l="l" t="t" r="r" b="b"/>
            <a:pathLst>
              <a:path w="1728470" h="648335">
                <a:moveTo>
                  <a:pt x="1727962" y="0"/>
                </a:moveTo>
                <a:lnTo>
                  <a:pt x="0" y="0"/>
                </a:lnTo>
                <a:lnTo>
                  <a:pt x="0" y="648004"/>
                </a:lnTo>
                <a:lnTo>
                  <a:pt x="1727962" y="648004"/>
                </a:lnTo>
                <a:lnTo>
                  <a:pt x="1727962" y="0"/>
                </a:lnTo>
                <a:close/>
              </a:path>
            </a:pathLst>
          </a:custGeom>
          <a:solidFill>
            <a:srgbClr val="4E84C4"/>
          </a:solidFill>
        </p:spPr>
        <p:txBody>
          <a:bodyPr wrap="square" lIns="0" tIns="0" rIns="0" bIns="0" rtlCol="0"/>
          <a:lstStyle/>
          <a:p>
            <a:endParaRPr sz="1950"/>
          </a:p>
        </p:txBody>
      </p:sp>
      <p:sp>
        <p:nvSpPr>
          <p:cNvPr id="25" name="object 25"/>
          <p:cNvSpPr txBox="1"/>
          <p:nvPr/>
        </p:nvSpPr>
        <p:spPr>
          <a:xfrm>
            <a:off x="6203908" y="2653580"/>
            <a:ext cx="1549188" cy="198035"/>
          </a:xfrm>
          <a:prstGeom prst="rect">
            <a:avLst/>
          </a:prstGeom>
        </p:spPr>
        <p:txBody>
          <a:bodyPr vert="horz" wrap="square" lIns="0" tIns="14446" rIns="0" bIns="0" rtlCol="0">
            <a:spAutoFit/>
          </a:bodyPr>
          <a:lstStyle/>
          <a:p>
            <a:pPr marL="13758">
              <a:spcBef>
                <a:spcPts val="114"/>
              </a:spcBef>
            </a:pPr>
            <a:r>
              <a:rPr sz="1192" b="1" dirty="0">
                <a:solidFill>
                  <a:srgbClr val="FFFFFF"/>
                </a:solidFill>
                <a:latin typeface="Calibri"/>
                <a:cs typeface="Calibri"/>
              </a:rPr>
              <a:t>Architecture</a:t>
            </a:r>
            <a:r>
              <a:rPr sz="1192" b="1" spc="-5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92" b="1" spc="-11" dirty="0">
                <a:solidFill>
                  <a:srgbClr val="FFFFFF"/>
                </a:solidFill>
                <a:latin typeface="Calibri"/>
                <a:cs typeface="Calibri"/>
              </a:rPr>
              <a:t>finalization</a:t>
            </a:r>
            <a:endParaRPr sz="1192">
              <a:latin typeface="Calibri"/>
              <a:cs typeface="Calibri"/>
            </a:endParaRPr>
          </a:p>
        </p:txBody>
      </p:sp>
      <p:sp>
        <p:nvSpPr>
          <p:cNvPr id="26" name="object 26"/>
          <p:cNvSpPr/>
          <p:nvPr/>
        </p:nvSpPr>
        <p:spPr>
          <a:xfrm>
            <a:off x="5968777" y="3118336"/>
            <a:ext cx="3837887" cy="1609037"/>
          </a:xfrm>
          <a:custGeom>
            <a:avLst/>
            <a:gdLst/>
            <a:ahLst/>
            <a:cxnLst/>
            <a:rect l="l" t="t" r="r" b="b"/>
            <a:pathLst>
              <a:path w="3542665" h="1485264">
                <a:moveTo>
                  <a:pt x="3542411" y="0"/>
                </a:moveTo>
                <a:lnTo>
                  <a:pt x="0" y="0"/>
                </a:lnTo>
                <a:lnTo>
                  <a:pt x="0" y="1485011"/>
                </a:lnTo>
                <a:lnTo>
                  <a:pt x="3542411" y="1485011"/>
                </a:lnTo>
                <a:lnTo>
                  <a:pt x="3542411" y="0"/>
                </a:lnTo>
                <a:close/>
              </a:path>
            </a:pathLst>
          </a:custGeom>
          <a:solidFill>
            <a:srgbClr val="D9D9D9"/>
          </a:solidFill>
        </p:spPr>
        <p:txBody>
          <a:bodyPr wrap="square" lIns="0" tIns="0" rIns="0" bIns="0" rtlCol="0"/>
          <a:lstStyle/>
          <a:p>
            <a:endParaRPr sz="1950"/>
          </a:p>
        </p:txBody>
      </p:sp>
      <p:sp>
        <p:nvSpPr>
          <p:cNvPr id="27" name="object 27"/>
          <p:cNvSpPr txBox="1"/>
          <p:nvPr/>
        </p:nvSpPr>
        <p:spPr>
          <a:xfrm>
            <a:off x="6055042" y="3667019"/>
            <a:ext cx="3537268" cy="789874"/>
          </a:xfrm>
          <a:prstGeom prst="rect">
            <a:avLst/>
          </a:prstGeom>
        </p:spPr>
        <p:txBody>
          <a:bodyPr vert="horz" wrap="square" lIns="0" tIns="13758" rIns="0" bIns="0" rtlCol="0">
            <a:spAutoFit/>
          </a:bodyPr>
          <a:lstStyle/>
          <a:p>
            <a:pPr marL="13758">
              <a:spcBef>
                <a:spcPts val="108"/>
              </a:spcBef>
            </a:pPr>
            <a:r>
              <a:rPr sz="975" b="1" spc="-11" dirty="0">
                <a:latin typeface="Calibri"/>
                <a:cs typeface="Calibri"/>
              </a:rPr>
              <a:t>Generative</a:t>
            </a:r>
            <a:r>
              <a:rPr sz="975" b="1" dirty="0">
                <a:latin typeface="Calibri"/>
                <a:cs typeface="Calibri"/>
              </a:rPr>
              <a:t> AI</a:t>
            </a:r>
            <a:r>
              <a:rPr sz="975" b="1" spc="16" dirty="0">
                <a:latin typeface="Calibri"/>
                <a:cs typeface="Calibri"/>
              </a:rPr>
              <a:t> </a:t>
            </a:r>
            <a:r>
              <a:rPr sz="975" b="1" dirty="0">
                <a:latin typeface="Calibri"/>
                <a:cs typeface="Calibri"/>
              </a:rPr>
              <a:t>–</a:t>
            </a:r>
            <a:r>
              <a:rPr sz="975" b="1" spc="-5" dirty="0">
                <a:latin typeface="Calibri"/>
                <a:cs typeface="Calibri"/>
              </a:rPr>
              <a:t> </a:t>
            </a:r>
            <a:r>
              <a:rPr sz="975" b="1" dirty="0">
                <a:latin typeface="Calibri"/>
                <a:cs typeface="Calibri"/>
              </a:rPr>
              <a:t>Path</a:t>
            </a:r>
            <a:r>
              <a:rPr sz="975" b="1" spc="-5" dirty="0">
                <a:latin typeface="Calibri"/>
                <a:cs typeface="Calibri"/>
              </a:rPr>
              <a:t> </a:t>
            </a:r>
            <a:r>
              <a:rPr sz="975" b="1" dirty="0">
                <a:latin typeface="Calibri"/>
                <a:cs typeface="Calibri"/>
              </a:rPr>
              <a:t>to</a:t>
            </a:r>
            <a:r>
              <a:rPr sz="975" b="1" spc="11" dirty="0">
                <a:latin typeface="Calibri"/>
                <a:cs typeface="Calibri"/>
              </a:rPr>
              <a:t> </a:t>
            </a:r>
            <a:r>
              <a:rPr sz="975" b="1" spc="-11" dirty="0">
                <a:latin typeface="Calibri"/>
                <a:cs typeface="Calibri"/>
              </a:rPr>
              <a:t>Production</a:t>
            </a:r>
            <a:endParaRPr sz="975">
              <a:latin typeface="Calibri"/>
              <a:cs typeface="Calibri"/>
            </a:endParaRPr>
          </a:p>
          <a:p>
            <a:pPr marL="154776" indent="-141019">
              <a:spcBef>
                <a:spcPts val="341"/>
              </a:spcBef>
              <a:buClr>
                <a:srgbClr val="E21164"/>
              </a:buClr>
              <a:buSzPct val="150000"/>
              <a:buFont typeface="Arial"/>
              <a:buChar char="•"/>
              <a:tabLst>
                <a:tab pos="154776" algn="l"/>
              </a:tabLst>
            </a:pP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Setup</a:t>
            </a:r>
            <a:r>
              <a:rPr sz="867" spc="-16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Cloud</a:t>
            </a:r>
            <a:r>
              <a:rPr sz="867" spc="-5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Lab</a:t>
            </a:r>
            <a:r>
              <a:rPr sz="867" spc="-11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for</a:t>
            </a:r>
            <a:r>
              <a:rPr sz="867" spc="-5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customers</a:t>
            </a:r>
            <a:r>
              <a:rPr sz="867" spc="-11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to</a:t>
            </a:r>
            <a:r>
              <a:rPr sz="867" spc="-16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spc="-11" dirty="0">
                <a:solidFill>
                  <a:srgbClr val="33619A"/>
                </a:solidFill>
                <a:latin typeface="Calibri"/>
                <a:cs typeface="Calibri"/>
              </a:rPr>
              <a:t>accelerate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spc="-11" dirty="0">
                <a:solidFill>
                  <a:srgbClr val="33619A"/>
                </a:solidFill>
                <a:latin typeface="Calibri"/>
                <a:cs typeface="Calibri"/>
              </a:rPr>
              <a:t>Business</a:t>
            </a:r>
            <a:r>
              <a:rPr sz="867" spc="5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spc="-11" dirty="0">
                <a:solidFill>
                  <a:srgbClr val="33619A"/>
                </a:solidFill>
                <a:latin typeface="Calibri"/>
                <a:cs typeface="Calibri"/>
              </a:rPr>
              <a:t>Transformation</a:t>
            </a:r>
            <a:endParaRPr sz="867">
              <a:latin typeface="Calibri"/>
              <a:cs typeface="Calibri"/>
            </a:endParaRPr>
          </a:p>
          <a:p>
            <a:pPr marL="153401" marR="519361" indent="-140330">
              <a:lnSpc>
                <a:spcPts val="932"/>
              </a:lnSpc>
              <a:spcBef>
                <a:spcPts val="443"/>
              </a:spcBef>
              <a:buClr>
                <a:srgbClr val="E21164"/>
              </a:buClr>
              <a:buSzPct val="150000"/>
              <a:buFont typeface="Arial"/>
              <a:buChar char="•"/>
              <a:tabLst>
                <a:tab pos="153401" algn="l"/>
              </a:tabLst>
            </a:pP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Rapidly</a:t>
            </a:r>
            <a:r>
              <a:rPr sz="867" spc="5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test</a:t>
            </a:r>
            <a:r>
              <a:rPr sz="867" spc="-49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spc="-11" dirty="0">
                <a:solidFill>
                  <a:srgbClr val="33619A"/>
                </a:solidFill>
                <a:latin typeface="Calibri"/>
                <a:cs typeface="Calibri"/>
              </a:rPr>
              <a:t>feasibility</a:t>
            </a:r>
            <a:r>
              <a:rPr sz="867" spc="16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of</a:t>
            </a:r>
            <a:r>
              <a:rPr sz="867" spc="-16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ideas</a:t>
            </a:r>
            <a:r>
              <a:rPr sz="867" spc="-11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before</a:t>
            </a:r>
            <a:r>
              <a:rPr sz="867" spc="-16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embarking</a:t>
            </a:r>
            <a:r>
              <a:rPr sz="867" spc="-11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on</a:t>
            </a:r>
            <a:r>
              <a:rPr sz="867" spc="-27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full</a:t>
            </a:r>
            <a:r>
              <a:rPr sz="867" spc="-11" dirty="0">
                <a:solidFill>
                  <a:srgbClr val="33619A"/>
                </a:solidFill>
                <a:latin typeface="Calibri"/>
                <a:cs typeface="Calibri"/>
              </a:rPr>
              <a:t> fledged</a:t>
            </a:r>
            <a:r>
              <a:rPr sz="867" spc="542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spc="-11" dirty="0">
                <a:solidFill>
                  <a:srgbClr val="33619A"/>
                </a:solidFill>
                <a:latin typeface="Calibri"/>
                <a:cs typeface="Calibri"/>
              </a:rPr>
              <a:t>implementation.</a:t>
            </a:r>
            <a:endParaRPr sz="867">
              <a:latin typeface="Calibri"/>
              <a:cs typeface="Calibri"/>
            </a:endParaRPr>
          </a:p>
          <a:p>
            <a:pPr marL="154776" indent="-141019">
              <a:spcBef>
                <a:spcPts val="320"/>
              </a:spcBef>
              <a:buClr>
                <a:srgbClr val="E21164"/>
              </a:buClr>
              <a:buSzPct val="150000"/>
              <a:buFont typeface="Arial"/>
              <a:buChar char="•"/>
              <a:tabLst>
                <a:tab pos="154776" algn="l"/>
              </a:tabLst>
            </a:pP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8-10</a:t>
            </a:r>
            <a:r>
              <a:rPr sz="867" spc="-49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weeks</a:t>
            </a:r>
            <a:r>
              <a:rPr sz="867" spc="-38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of</a:t>
            </a:r>
            <a:r>
              <a:rPr sz="867" spc="-22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Rapid</a:t>
            </a:r>
            <a:r>
              <a:rPr sz="867" spc="-22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MVP</a:t>
            </a:r>
            <a:r>
              <a:rPr sz="867" spc="-38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development</a:t>
            </a:r>
            <a:r>
              <a:rPr sz="867" spc="-11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in</a:t>
            </a:r>
            <a:r>
              <a:rPr sz="867" spc="-22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Cloud</a:t>
            </a:r>
            <a:r>
              <a:rPr sz="867" spc="-22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Lab</a:t>
            </a:r>
            <a:r>
              <a:rPr sz="867" spc="-32" dirty="0">
                <a:solidFill>
                  <a:srgbClr val="33619A"/>
                </a:solidFill>
                <a:latin typeface="Calibri"/>
                <a:cs typeface="Calibri"/>
              </a:rPr>
              <a:t> </a:t>
            </a:r>
            <a:r>
              <a:rPr sz="867" dirty="0">
                <a:solidFill>
                  <a:srgbClr val="33619A"/>
                </a:solidFill>
                <a:latin typeface="Calibri"/>
                <a:cs typeface="Calibri"/>
              </a:rPr>
              <a:t>sandbox</a:t>
            </a:r>
            <a:r>
              <a:rPr sz="867" spc="-11" dirty="0">
                <a:solidFill>
                  <a:srgbClr val="33619A"/>
                </a:solidFill>
                <a:latin typeface="Calibri"/>
                <a:cs typeface="Calibri"/>
              </a:rPr>
              <a:t> environment.</a:t>
            </a:r>
            <a:endParaRPr sz="867">
              <a:latin typeface="Calibri"/>
              <a:cs typeface="Calibri"/>
            </a:endParaRPr>
          </a:p>
        </p:txBody>
      </p:sp>
      <p:sp>
        <p:nvSpPr>
          <p:cNvPr id="28" name="object 28"/>
          <p:cNvSpPr/>
          <p:nvPr/>
        </p:nvSpPr>
        <p:spPr>
          <a:xfrm>
            <a:off x="5968777" y="2123883"/>
            <a:ext cx="585417" cy="293053"/>
          </a:xfrm>
          <a:custGeom>
            <a:avLst/>
            <a:gdLst/>
            <a:ahLst/>
            <a:cxnLst/>
            <a:rect l="l" t="t" r="r" b="b"/>
            <a:pathLst>
              <a:path w="540385" h="270510">
                <a:moveTo>
                  <a:pt x="540004" y="0"/>
                </a:moveTo>
                <a:lnTo>
                  <a:pt x="0" y="53975"/>
                </a:lnTo>
                <a:lnTo>
                  <a:pt x="0" y="270001"/>
                </a:lnTo>
                <a:lnTo>
                  <a:pt x="540004" y="270001"/>
                </a:lnTo>
                <a:lnTo>
                  <a:pt x="540004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 sz="1950"/>
          </a:p>
        </p:txBody>
      </p:sp>
      <p:sp>
        <p:nvSpPr>
          <p:cNvPr id="29" name="object 29"/>
          <p:cNvSpPr txBox="1"/>
          <p:nvPr/>
        </p:nvSpPr>
        <p:spPr>
          <a:xfrm>
            <a:off x="6340665" y="2180432"/>
            <a:ext cx="126576" cy="213947"/>
          </a:xfrm>
          <a:prstGeom prst="rect">
            <a:avLst/>
          </a:prstGeom>
        </p:spPr>
        <p:txBody>
          <a:bodyPr vert="horz" wrap="square" lIns="0" tIns="13758" rIns="0" bIns="0" rtlCol="0">
            <a:spAutoFit/>
          </a:bodyPr>
          <a:lstStyle/>
          <a:p>
            <a:pPr marL="13758">
              <a:spcBef>
                <a:spcPts val="108"/>
              </a:spcBef>
            </a:pPr>
            <a:r>
              <a:rPr sz="1300" b="1" spc="-54" dirty="0">
                <a:solidFill>
                  <a:srgbClr val="FFFFFF"/>
                </a:solidFill>
                <a:latin typeface="Cambria"/>
                <a:cs typeface="Cambria"/>
              </a:rPr>
              <a:t>4</a:t>
            </a:r>
            <a:endParaRPr sz="1300">
              <a:latin typeface="Cambria"/>
              <a:cs typeface="Cambria"/>
            </a:endParaRPr>
          </a:p>
        </p:txBody>
      </p:sp>
      <p:sp>
        <p:nvSpPr>
          <p:cNvPr id="30" name="object 30"/>
          <p:cNvSpPr/>
          <p:nvPr/>
        </p:nvSpPr>
        <p:spPr>
          <a:xfrm>
            <a:off x="7934431" y="2416470"/>
            <a:ext cx="1872509" cy="702363"/>
          </a:xfrm>
          <a:custGeom>
            <a:avLst/>
            <a:gdLst/>
            <a:ahLst/>
            <a:cxnLst/>
            <a:rect l="l" t="t" r="r" b="b"/>
            <a:pathLst>
              <a:path w="1728470" h="648335">
                <a:moveTo>
                  <a:pt x="1727961" y="0"/>
                </a:moveTo>
                <a:lnTo>
                  <a:pt x="0" y="0"/>
                </a:lnTo>
                <a:lnTo>
                  <a:pt x="0" y="648004"/>
                </a:lnTo>
                <a:lnTo>
                  <a:pt x="1727961" y="648004"/>
                </a:lnTo>
                <a:lnTo>
                  <a:pt x="1727961" y="0"/>
                </a:lnTo>
                <a:close/>
              </a:path>
            </a:pathLst>
          </a:custGeom>
          <a:solidFill>
            <a:srgbClr val="4E84C4"/>
          </a:solidFill>
        </p:spPr>
        <p:txBody>
          <a:bodyPr wrap="square" lIns="0" tIns="0" rIns="0" bIns="0" rtlCol="0"/>
          <a:lstStyle/>
          <a:p>
            <a:endParaRPr sz="1950"/>
          </a:p>
        </p:txBody>
      </p:sp>
      <p:sp>
        <p:nvSpPr>
          <p:cNvPr id="31" name="object 31"/>
          <p:cNvSpPr txBox="1"/>
          <p:nvPr/>
        </p:nvSpPr>
        <p:spPr>
          <a:xfrm>
            <a:off x="8226107" y="2562776"/>
            <a:ext cx="1437746" cy="381482"/>
          </a:xfrm>
          <a:prstGeom prst="rect">
            <a:avLst/>
          </a:prstGeom>
        </p:spPr>
        <p:txBody>
          <a:bodyPr vert="horz" wrap="square" lIns="0" tIns="14446" rIns="0" bIns="0" rtlCol="0">
            <a:spAutoFit/>
          </a:bodyPr>
          <a:lstStyle/>
          <a:p>
            <a:pPr marL="13758" marR="5503" indent="149961">
              <a:spcBef>
                <a:spcPts val="114"/>
              </a:spcBef>
            </a:pPr>
            <a:r>
              <a:rPr sz="1192" b="1" dirty="0">
                <a:solidFill>
                  <a:srgbClr val="FFFFFF"/>
                </a:solidFill>
                <a:latin typeface="Calibri"/>
                <a:cs typeface="Calibri"/>
              </a:rPr>
              <a:t>Foundation</a:t>
            </a:r>
            <a:r>
              <a:rPr sz="1192" b="1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92" b="1" spc="-11" dirty="0">
                <a:solidFill>
                  <a:srgbClr val="FFFFFF"/>
                </a:solidFill>
                <a:latin typeface="Calibri"/>
                <a:cs typeface="Calibri"/>
              </a:rPr>
              <a:t>build, </a:t>
            </a:r>
            <a:r>
              <a:rPr sz="1192" b="1" dirty="0">
                <a:solidFill>
                  <a:srgbClr val="FFFFFF"/>
                </a:solidFill>
                <a:latin typeface="Calibri"/>
                <a:cs typeface="Calibri"/>
              </a:rPr>
              <a:t>achieve</a:t>
            </a:r>
            <a:r>
              <a:rPr sz="1192" b="1" spc="-49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92" b="1" dirty="0">
                <a:solidFill>
                  <a:srgbClr val="FFFFFF"/>
                </a:solidFill>
                <a:latin typeface="Calibri"/>
                <a:cs typeface="Calibri"/>
              </a:rPr>
              <a:t>business</a:t>
            </a:r>
            <a:r>
              <a:rPr sz="1192" b="1" spc="-38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92" b="1" spc="-22" dirty="0">
                <a:solidFill>
                  <a:srgbClr val="FFFFFF"/>
                </a:solidFill>
                <a:latin typeface="Calibri"/>
                <a:cs typeface="Calibri"/>
              </a:rPr>
              <a:t>goals</a:t>
            </a:r>
            <a:endParaRPr sz="1192">
              <a:latin typeface="Calibri"/>
              <a:cs typeface="Calibri"/>
            </a:endParaRPr>
          </a:p>
        </p:txBody>
      </p:sp>
      <p:sp>
        <p:nvSpPr>
          <p:cNvPr id="32" name="object 32"/>
          <p:cNvSpPr/>
          <p:nvPr/>
        </p:nvSpPr>
        <p:spPr>
          <a:xfrm>
            <a:off x="7934431" y="2123883"/>
            <a:ext cx="585417" cy="293053"/>
          </a:xfrm>
          <a:custGeom>
            <a:avLst/>
            <a:gdLst/>
            <a:ahLst/>
            <a:cxnLst/>
            <a:rect l="l" t="t" r="r" b="b"/>
            <a:pathLst>
              <a:path w="540384" h="270510">
                <a:moveTo>
                  <a:pt x="540003" y="0"/>
                </a:moveTo>
                <a:lnTo>
                  <a:pt x="0" y="53975"/>
                </a:lnTo>
                <a:lnTo>
                  <a:pt x="0" y="270001"/>
                </a:lnTo>
                <a:lnTo>
                  <a:pt x="540003" y="270001"/>
                </a:lnTo>
                <a:lnTo>
                  <a:pt x="540003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 sz="1950"/>
          </a:p>
        </p:txBody>
      </p:sp>
      <p:sp>
        <p:nvSpPr>
          <p:cNvPr id="33" name="object 33"/>
          <p:cNvSpPr txBox="1"/>
          <p:nvPr/>
        </p:nvSpPr>
        <p:spPr>
          <a:xfrm>
            <a:off x="8306594" y="2180432"/>
            <a:ext cx="126576" cy="213947"/>
          </a:xfrm>
          <a:prstGeom prst="rect">
            <a:avLst/>
          </a:prstGeom>
        </p:spPr>
        <p:txBody>
          <a:bodyPr vert="horz" wrap="square" lIns="0" tIns="13758" rIns="0" bIns="0" rtlCol="0">
            <a:spAutoFit/>
          </a:bodyPr>
          <a:lstStyle/>
          <a:p>
            <a:pPr marL="13758">
              <a:spcBef>
                <a:spcPts val="108"/>
              </a:spcBef>
            </a:pPr>
            <a:r>
              <a:rPr sz="1300" b="1" spc="-54" dirty="0">
                <a:solidFill>
                  <a:srgbClr val="FFFFFF"/>
                </a:solidFill>
                <a:latin typeface="Cambria"/>
                <a:cs typeface="Cambria"/>
              </a:rPr>
              <a:t>5</a:t>
            </a:r>
            <a:endParaRPr sz="1300">
              <a:latin typeface="Cambria"/>
              <a:cs typeface="Cambria"/>
            </a:endParaRPr>
          </a:p>
        </p:txBody>
      </p:sp>
      <p:grpSp>
        <p:nvGrpSpPr>
          <p:cNvPr id="34" name="object 34"/>
          <p:cNvGrpSpPr/>
          <p:nvPr/>
        </p:nvGrpSpPr>
        <p:grpSpPr>
          <a:xfrm>
            <a:off x="6027250" y="3229285"/>
            <a:ext cx="3685856" cy="408623"/>
            <a:chOff x="5563615" y="2387398"/>
            <a:chExt cx="3402329" cy="377190"/>
          </a:xfrm>
        </p:grpSpPr>
        <p:sp>
          <p:nvSpPr>
            <p:cNvPr id="35" name="object 35"/>
            <p:cNvSpPr/>
            <p:nvPr/>
          </p:nvSpPr>
          <p:spPr>
            <a:xfrm>
              <a:off x="5647927" y="2387398"/>
              <a:ext cx="264795" cy="308610"/>
            </a:xfrm>
            <a:custGeom>
              <a:avLst/>
              <a:gdLst/>
              <a:ahLst/>
              <a:cxnLst/>
              <a:rect l="l" t="t" r="r" b="b"/>
              <a:pathLst>
                <a:path w="264795" h="308610">
                  <a:moveTo>
                    <a:pt x="86923" y="101664"/>
                  </a:moveTo>
                  <a:lnTo>
                    <a:pt x="70853" y="101664"/>
                  </a:lnTo>
                  <a:lnTo>
                    <a:pt x="73451" y="113301"/>
                  </a:lnTo>
                  <a:lnTo>
                    <a:pt x="78201" y="124062"/>
                  </a:lnTo>
                  <a:lnTo>
                    <a:pt x="84923" y="133654"/>
                  </a:lnTo>
                  <a:lnTo>
                    <a:pt x="93433" y="141785"/>
                  </a:lnTo>
                  <a:lnTo>
                    <a:pt x="93433" y="153081"/>
                  </a:lnTo>
                  <a:lnTo>
                    <a:pt x="92654" y="154639"/>
                  </a:lnTo>
                  <a:lnTo>
                    <a:pt x="91097" y="155029"/>
                  </a:lnTo>
                  <a:lnTo>
                    <a:pt x="72021" y="162819"/>
                  </a:lnTo>
                  <a:lnTo>
                    <a:pt x="33721" y="180396"/>
                  </a:lnTo>
                  <a:lnTo>
                    <a:pt x="7786" y="217352"/>
                  </a:lnTo>
                  <a:lnTo>
                    <a:pt x="1167" y="276559"/>
                  </a:lnTo>
                  <a:lnTo>
                    <a:pt x="159" y="283960"/>
                  </a:lnTo>
                  <a:lnTo>
                    <a:pt x="106" y="284349"/>
                  </a:lnTo>
                  <a:lnTo>
                    <a:pt x="0" y="285128"/>
                  </a:lnTo>
                  <a:lnTo>
                    <a:pt x="3893" y="293698"/>
                  </a:lnTo>
                  <a:lnTo>
                    <a:pt x="16740" y="302267"/>
                  </a:lnTo>
                  <a:lnTo>
                    <a:pt x="23358" y="305383"/>
                  </a:lnTo>
                  <a:lnTo>
                    <a:pt x="29976" y="308110"/>
                  </a:lnTo>
                  <a:lnTo>
                    <a:pt x="40877" y="308110"/>
                  </a:lnTo>
                  <a:lnTo>
                    <a:pt x="40877" y="296035"/>
                  </a:lnTo>
                  <a:lnTo>
                    <a:pt x="33480" y="293308"/>
                  </a:lnTo>
                  <a:lnTo>
                    <a:pt x="26472" y="290192"/>
                  </a:lnTo>
                  <a:lnTo>
                    <a:pt x="19854" y="285907"/>
                  </a:lnTo>
                  <a:lnTo>
                    <a:pt x="17518" y="284349"/>
                  </a:lnTo>
                  <a:lnTo>
                    <a:pt x="16350" y="281623"/>
                  </a:lnTo>
                  <a:lnTo>
                    <a:pt x="16740" y="278896"/>
                  </a:lnTo>
                  <a:lnTo>
                    <a:pt x="23358" y="218910"/>
                  </a:lnTo>
                  <a:lnTo>
                    <a:pt x="23358" y="211119"/>
                  </a:lnTo>
                  <a:lnTo>
                    <a:pt x="26862" y="204887"/>
                  </a:lnTo>
                  <a:lnTo>
                    <a:pt x="64995" y="182198"/>
                  </a:lnTo>
                  <a:lnTo>
                    <a:pt x="83311" y="175673"/>
                  </a:lnTo>
                  <a:lnTo>
                    <a:pt x="222337" y="175673"/>
                  </a:lnTo>
                  <a:lnTo>
                    <a:pt x="219130" y="173872"/>
                  </a:lnTo>
                  <a:lnTo>
                    <a:pt x="213577" y="171388"/>
                  </a:lnTo>
                  <a:lnTo>
                    <a:pt x="131974" y="171388"/>
                  </a:lnTo>
                  <a:lnTo>
                    <a:pt x="124322" y="171102"/>
                  </a:lnTo>
                  <a:lnTo>
                    <a:pt x="116597" y="170269"/>
                  </a:lnTo>
                  <a:lnTo>
                    <a:pt x="108871" y="168924"/>
                  </a:lnTo>
                  <a:lnTo>
                    <a:pt x="101219" y="167104"/>
                  </a:lnTo>
                  <a:lnTo>
                    <a:pt x="105891" y="163598"/>
                  </a:lnTo>
                  <a:lnTo>
                    <a:pt x="109005" y="157755"/>
                  </a:lnTo>
                  <a:lnTo>
                    <a:pt x="109005" y="151133"/>
                  </a:lnTo>
                  <a:lnTo>
                    <a:pt x="171684" y="151133"/>
                  </a:lnTo>
                  <a:lnTo>
                    <a:pt x="171684" y="142564"/>
                  </a:lnTo>
                  <a:lnTo>
                    <a:pt x="174029" y="140227"/>
                  </a:lnTo>
                  <a:lnTo>
                    <a:pt x="132364" y="140227"/>
                  </a:lnTo>
                  <a:lnTo>
                    <a:pt x="114991" y="136922"/>
                  </a:lnTo>
                  <a:lnTo>
                    <a:pt x="100538" y="127811"/>
                  </a:lnTo>
                  <a:lnTo>
                    <a:pt x="90319" y="114099"/>
                  </a:lnTo>
                  <a:lnTo>
                    <a:pt x="86923" y="101664"/>
                  </a:lnTo>
                  <a:close/>
                </a:path>
                <a:path w="264795" h="308610">
                  <a:moveTo>
                    <a:pt x="222337" y="175673"/>
                  </a:moveTo>
                  <a:lnTo>
                    <a:pt x="181805" y="175673"/>
                  </a:lnTo>
                  <a:lnTo>
                    <a:pt x="187645" y="177621"/>
                  </a:lnTo>
                  <a:lnTo>
                    <a:pt x="199732" y="182198"/>
                  </a:lnTo>
                  <a:lnTo>
                    <a:pt x="237866" y="204887"/>
                  </a:lnTo>
                  <a:lnTo>
                    <a:pt x="241070" y="218910"/>
                  </a:lnTo>
                  <a:lnTo>
                    <a:pt x="247988" y="278507"/>
                  </a:lnTo>
                  <a:lnTo>
                    <a:pt x="223851" y="295645"/>
                  </a:lnTo>
                  <a:lnTo>
                    <a:pt x="223851" y="308110"/>
                  </a:lnTo>
                  <a:lnTo>
                    <a:pt x="260445" y="293698"/>
                  </a:lnTo>
                  <a:lnTo>
                    <a:pt x="264338" y="285128"/>
                  </a:lnTo>
                  <a:lnTo>
                    <a:pt x="263170" y="276559"/>
                  </a:lnTo>
                  <a:lnTo>
                    <a:pt x="257065" y="218910"/>
                  </a:lnTo>
                  <a:lnTo>
                    <a:pt x="231253" y="180682"/>
                  </a:lnTo>
                  <a:lnTo>
                    <a:pt x="222337" y="175673"/>
                  </a:lnTo>
                  <a:close/>
                </a:path>
                <a:path w="264795" h="308610">
                  <a:moveTo>
                    <a:pt x="181805" y="175673"/>
                  </a:moveTo>
                  <a:lnTo>
                    <a:pt x="83311" y="175673"/>
                  </a:lnTo>
                  <a:lnTo>
                    <a:pt x="92946" y="180396"/>
                  </a:lnTo>
                  <a:lnTo>
                    <a:pt x="104626" y="183950"/>
                  </a:lnTo>
                  <a:lnTo>
                    <a:pt x="117911" y="186190"/>
                  </a:lnTo>
                  <a:lnTo>
                    <a:pt x="132364" y="186969"/>
                  </a:lnTo>
                  <a:lnTo>
                    <a:pt x="146823" y="186190"/>
                  </a:lnTo>
                  <a:lnTo>
                    <a:pt x="160150" y="183950"/>
                  </a:lnTo>
                  <a:lnTo>
                    <a:pt x="171945" y="180396"/>
                  </a:lnTo>
                  <a:lnTo>
                    <a:pt x="181805" y="175673"/>
                  </a:lnTo>
                  <a:close/>
                </a:path>
                <a:path w="264795" h="308610">
                  <a:moveTo>
                    <a:pt x="171684" y="151133"/>
                  </a:moveTo>
                  <a:lnTo>
                    <a:pt x="155722" y="151133"/>
                  </a:lnTo>
                  <a:lnTo>
                    <a:pt x="155722" y="157366"/>
                  </a:lnTo>
                  <a:lnTo>
                    <a:pt x="158447" y="163209"/>
                  </a:lnTo>
                  <a:lnTo>
                    <a:pt x="163119" y="167104"/>
                  </a:lnTo>
                  <a:lnTo>
                    <a:pt x="155460" y="169143"/>
                  </a:lnTo>
                  <a:lnTo>
                    <a:pt x="147693" y="170561"/>
                  </a:lnTo>
                  <a:lnTo>
                    <a:pt x="139162" y="171388"/>
                  </a:lnTo>
                  <a:lnTo>
                    <a:pt x="213577" y="171388"/>
                  </a:lnTo>
                  <a:lnTo>
                    <a:pt x="206350" y="168157"/>
                  </a:lnTo>
                  <a:lnTo>
                    <a:pt x="193095" y="163209"/>
                  </a:lnTo>
                  <a:lnTo>
                    <a:pt x="174019" y="155418"/>
                  </a:lnTo>
                  <a:lnTo>
                    <a:pt x="172462" y="154639"/>
                  </a:lnTo>
                  <a:lnTo>
                    <a:pt x="171684" y="153471"/>
                  </a:lnTo>
                  <a:lnTo>
                    <a:pt x="171684" y="151133"/>
                  </a:lnTo>
                  <a:close/>
                </a:path>
                <a:path w="264795" h="308610">
                  <a:moveTo>
                    <a:pt x="155722" y="151133"/>
                  </a:moveTo>
                  <a:lnTo>
                    <a:pt x="109005" y="151133"/>
                  </a:lnTo>
                  <a:lnTo>
                    <a:pt x="120465" y="154639"/>
                  </a:lnTo>
                  <a:lnTo>
                    <a:pt x="132364" y="155808"/>
                  </a:lnTo>
                  <a:lnTo>
                    <a:pt x="144262" y="154639"/>
                  </a:lnTo>
                  <a:lnTo>
                    <a:pt x="155722" y="151133"/>
                  </a:lnTo>
                  <a:close/>
                </a:path>
                <a:path w="264795" h="308610">
                  <a:moveTo>
                    <a:pt x="193214" y="50637"/>
                  </a:moveTo>
                  <a:lnTo>
                    <a:pt x="167401" y="50637"/>
                  </a:lnTo>
                  <a:lnTo>
                    <a:pt x="170905" y="56090"/>
                  </a:lnTo>
                  <a:lnTo>
                    <a:pt x="174798" y="61154"/>
                  </a:lnTo>
                  <a:lnTo>
                    <a:pt x="179080" y="66218"/>
                  </a:lnTo>
                  <a:lnTo>
                    <a:pt x="179001" y="93874"/>
                  </a:lnTo>
                  <a:lnTo>
                    <a:pt x="175394" y="111634"/>
                  </a:lnTo>
                  <a:lnTo>
                    <a:pt x="165357" y="126496"/>
                  </a:lnTo>
                  <a:lnTo>
                    <a:pt x="150503" y="136539"/>
                  </a:lnTo>
                  <a:lnTo>
                    <a:pt x="132364" y="140227"/>
                  </a:lnTo>
                  <a:lnTo>
                    <a:pt x="174029" y="140227"/>
                  </a:lnTo>
                  <a:lnTo>
                    <a:pt x="181574" y="132710"/>
                  </a:lnTo>
                  <a:lnTo>
                    <a:pt x="188910" y="120994"/>
                  </a:lnTo>
                  <a:lnTo>
                    <a:pt x="193472" y="107891"/>
                  </a:lnTo>
                  <a:lnTo>
                    <a:pt x="195042" y="93874"/>
                  </a:lnTo>
                  <a:lnTo>
                    <a:pt x="195042" y="79851"/>
                  </a:lnTo>
                  <a:lnTo>
                    <a:pt x="202034" y="79851"/>
                  </a:lnTo>
                  <a:lnTo>
                    <a:pt x="196210" y="62712"/>
                  </a:lnTo>
                  <a:lnTo>
                    <a:pt x="194653" y="57259"/>
                  </a:lnTo>
                  <a:lnTo>
                    <a:pt x="194263" y="54532"/>
                  </a:lnTo>
                  <a:lnTo>
                    <a:pt x="193214" y="50637"/>
                  </a:lnTo>
                  <a:close/>
                </a:path>
                <a:path w="264795" h="308610">
                  <a:moveTo>
                    <a:pt x="135478" y="0"/>
                  </a:moveTo>
                  <a:lnTo>
                    <a:pt x="91535" y="16019"/>
                  </a:lnTo>
                  <a:lnTo>
                    <a:pt x="70075" y="55701"/>
                  </a:lnTo>
                  <a:lnTo>
                    <a:pt x="70075" y="73619"/>
                  </a:lnTo>
                  <a:lnTo>
                    <a:pt x="68592" y="81409"/>
                  </a:lnTo>
                  <a:lnTo>
                    <a:pt x="68517" y="81799"/>
                  </a:lnTo>
                  <a:lnTo>
                    <a:pt x="65014" y="89589"/>
                  </a:lnTo>
                  <a:lnTo>
                    <a:pt x="58395" y="105170"/>
                  </a:lnTo>
                  <a:lnTo>
                    <a:pt x="63067" y="104001"/>
                  </a:lnTo>
                  <a:lnTo>
                    <a:pt x="70853" y="101664"/>
                  </a:lnTo>
                  <a:lnTo>
                    <a:pt x="86923" y="101664"/>
                  </a:lnTo>
                  <a:lnTo>
                    <a:pt x="85647" y="96990"/>
                  </a:lnTo>
                  <a:lnTo>
                    <a:pt x="107180" y="89035"/>
                  </a:lnTo>
                  <a:lnTo>
                    <a:pt x="130028" y="78634"/>
                  </a:lnTo>
                  <a:lnTo>
                    <a:pt x="151123" y="65822"/>
                  </a:lnTo>
                  <a:lnTo>
                    <a:pt x="167401" y="50637"/>
                  </a:lnTo>
                  <a:lnTo>
                    <a:pt x="193214" y="50637"/>
                  </a:lnTo>
                  <a:lnTo>
                    <a:pt x="172310" y="15422"/>
                  </a:lnTo>
                  <a:lnTo>
                    <a:pt x="151050" y="10127"/>
                  </a:lnTo>
                  <a:lnTo>
                    <a:pt x="147157" y="4674"/>
                  </a:lnTo>
                  <a:lnTo>
                    <a:pt x="145989" y="3116"/>
                  </a:lnTo>
                  <a:lnTo>
                    <a:pt x="144432" y="1558"/>
                  </a:lnTo>
                  <a:lnTo>
                    <a:pt x="142486" y="1168"/>
                  </a:lnTo>
                  <a:lnTo>
                    <a:pt x="138982" y="389"/>
                  </a:lnTo>
                  <a:lnTo>
                    <a:pt x="135478" y="0"/>
                  </a:lnTo>
                  <a:close/>
                </a:path>
                <a:path w="264795" h="308610">
                  <a:moveTo>
                    <a:pt x="202034" y="79851"/>
                  </a:moveTo>
                  <a:lnTo>
                    <a:pt x="195042" y="79851"/>
                  </a:lnTo>
                  <a:lnTo>
                    <a:pt x="197378" y="81409"/>
                  </a:lnTo>
                  <a:lnTo>
                    <a:pt x="202828" y="82188"/>
                  </a:lnTo>
                  <a:lnTo>
                    <a:pt x="202034" y="79851"/>
                  </a:lnTo>
                  <a:close/>
                </a:path>
                <a:path w="264795" h="308610">
                  <a:moveTo>
                    <a:pt x="158058" y="6232"/>
                  </a:moveTo>
                  <a:lnTo>
                    <a:pt x="156111" y="6232"/>
                  </a:lnTo>
                  <a:lnTo>
                    <a:pt x="154554" y="7400"/>
                  </a:lnTo>
                  <a:lnTo>
                    <a:pt x="151050" y="10127"/>
                  </a:lnTo>
                  <a:lnTo>
                    <a:pt x="164318" y="10127"/>
                  </a:lnTo>
                  <a:lnTo>
                    <a:pt x="159615" y="7011"/>
                  </a:lnTo>
                  <a:lnTo>
                    <a:pt x="158058" y="623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950"/>
            </a:p>
          </p:txBody>
        </p:sp>
        <p:pic>
          <p:nvPicPr>
            <p:cNvPr id="36" name="object 3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5667003" y="2596959"/>
              <a:ext cx="226965" cy="121530"/>
            </a:xfrm>
            <a:prstGeom prst="rect">
              <a:avLst/>
            </a:prstGeom>
          </p:spPr>
        </p:pic>
        <p:sp>
          <p:nvSpPr>
            <p:cNvPr id="37" name="object 37"/>
            <p:cNvSpPr/>
            <p:nvPr/>
          </p:nvSpPr>
          <p:spPr>
            <a:xfrm>
              <a:off x="5563615" y="2759456"/>
              <a:ext cx="3402329" cy="0"/>
            </a:xfrm>
            <a:custGeom>
              <a:avLst/>
              <a:gdLst/>
              <a:ahLst/>
              <a:cxnLst/>
              <a:rect l="l" t="t" r="r" b="b"/>
              <a:pathLst>
                <a:path w="3402329">
                  <a:moveTo>
                    <a:pt x="0" y="0"/>
                  </a:moveTo>
                  <a:lnTo>
                    <a:pt x="3401949" y="0"/>
                  </a:lnTo>
                </a:path>
              </a:pathLst>
            </a:custGeom>
            <a:ln w="952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 sz="1950"/>
            </a:p>
          </p:txBody>
        </p:sp>
      </p:grpSp>
      <p:grpSp>
        <p:nvGrpSpPr>
          <p:cNvPr id="38" name="object 38"/>
          <p:cNvGrpSpPr/>
          <p:nvPr/>
        </p:nvGrpSpPr>
        <p:grpSpPr>
          <a:xfrm>
            <a:off x="2095944" y="3237724"/>
            <a:ext cx="1755563" cy="400368"/>
            <a:chOff x="1934717" y="2395188"/>
            <a:chExt cx="1620520" cy="369570"/>
          </a:xfrm>
        </p:grpSpPr>
        <p:sp>
          <p:nvSpPr>
            <p:cNvPr id="39" name="object 39"/>
            <p:cNvSpPr/>
            <p:nvPr/>
          </p:nvSpPr>
          <p:spPr>
            <a:xfrm>
              <a:off x="2004161" y="2395194"/>
              <a:ext cx="292100" cy="288925"/>
            </a:xfrm>
            <a:custGeom>
              <a:avLst/>
              <a:gdLst/>
              <a:ahLst/>
              <a:cxnLst/>
              <a:rect l="l" t="t" r="r" b="b"/>
              <a:pathLst>
                <a:path w="292100" h="288925">
                  <a:moveTo>
                    <a:pt x="138125" y="39497"/>
                  </a:moveTo>
                  <a:lnTo>
                    <a:pt x="135280" y="24765"/>
                  </a:lnTo>
                  <a:lnTo>
                    <a:pt x="127482" y="12509"/>
                  </a:lnTo>
                  <a:lnTo>
                    <a:pt x="115785" y="3911"/>
                  </a:lnTo>
                  <a:lnTo>
                    <a:pt x="112509" y="3060"/>
                  </a:lnTo>
                  <a:lnTo>
                    <a:pt x="112509" y="134772"/>
                  </a:lnTo>
                  <a:lnTo>
                    <a:pt x="107048" y="151422"/>
                  </a:lnTo>
                  <a:lnTo>
                    <a:pt x="95046" y="167017"/>
                  </a:lnTo>
                  <a:lnTo>
                    <a:pt x="83045" y="178562"/>
                  </a:lnTo>
                  <a:lnTo>
                    <a:pt x="77584" y="183070"/>
                  </a:lnTo>
                  <a:lnTo>
                    <a:pt x="72123" y="178562"/>
                  </a:lnTo>
                  <a:lnTo>
                    <a:pt x="60121" y="167017"/>
                  </a:lnTo>
                  <a:lnTo>
                    <a:pt x="48120" y="151422"/>
                  </a:lnTo>
                  <a:lnTo>
                    <a:pt x="42659" y="134772"/>
                  </a:lnTo>
                  <a:lnTo>
                    <a:pt x="46291" y="124447"/>
                  </a:lnTo>
                  <a:lnTo>
                    <a:pt x="55257" y="117690"/>
                  </a:lnTo>
                  <a:lnTo>
                    <a:pt x="66675" y="118440"/>
                  </a:lnTo>
                  <a:lnTo>
                    <a:pt x="77571" y="130670"/>
                  </a:lnTo>
                  <a:lnTo>
                    <a:pt x="88506" y="118440"/>
                  </a:lnTo>
                  <a:lnTo>
                    <a:pt x="99898" y="117690"/>
                  </a:lnTo>
                  <a:lnTo>
                    <a:pt x="108864" y="124447"/>
                  </a:lnTo>
                  <a:lnTo>
                    <a:pt x="112509" y="134772"/>
                  </a:lnTo>
                  <a:lnTo>
                    <a:pt x="112509" y="3060"/>
                  </a:lnTo>
                  <a:lnTo>
                    <a:pt x="101269" y="101"/>
                  </a:lnTo>
                  <a:lnTo>
                    <a:pt x="85750" y="2184"/>
                  </a:lnTo>
                  <a:lnTo>
                    <a:pt x="72682" y="9791"/>
                  </a:lnTo>
                  <a:lnTo>
                    <a:pt x="63423" y="21755"/>
                  </a:lnTo>
                  <a:lnTo>
                    <a:pt x="59245" y="37172"/>
                  </a:lnTo>
                  <a:lnTo>
                    <a:pt x="58267" y="37172"/>
                  </a:lnTo>
                  <a:lnTo>
                    <a:pt x="45148" y="44157"/>
                  </a:lnTo>
                  <a:lnTo>
                    <a:pt x="36055" y="55257"/>
                  </a:lnTo>
                  <a:lnTo>
                    <a:pt x="31775" y="68948"/>
                  </a:lnTo>
                  <a:lnTo>
                    <a:pt x="33134" y="83743"/>
                  </a:lnTo>
                  <a:lnTo>
                    <a:pt x="32004" y="84302"/>
                  </a:lnTo>
                  <a:lnTo>
                    <a:pt x="9017" y="117690"/>
                  </a:lnTo>
                  <a:lnTo>
                    <a:pt x="8978" y="118440"/>
                  </a:lnTo>
                  <a:lnTo>
                    <a:pt x="8343" y="130746"/>
                  </a:lnTo>
                  <a:lnTo>
                    <a:pt x="14363" y="147675"/>
                  </a:lnTo>
                  <a:lnTo>
                    <a:pt x="8229" y="154940"/>
                  </a:lnTo>
                  <a:lnTo>
                    <a:pt x="3721" y="163195"/>
                  </a:lnTo>
                  <a:lnTo>
                    <a:pt x="939" y="172173"/>
                  </a:lnTo>
                  <a:lnTo>
                    <a:pt x="0" y="181635"/>
                  </a:lnTo>
                  <a:lnTo>
                    <a:pt x="215" y="183070"/>
                  </a:lnTo>
                  <a:lnTo>
                    <a:pt x="1955" y="195084"/>
                  </a:lnTo>
                  <a:lnTo>
                    <a:pt x="7493" y="207213"/>
                  </a:lnTo>
                  <a:lnTo>
                    <a:pt x="16192" y="217309"/>
                  </a:lnTo>
                  <a:lnTo>
                    <a:pt x="27622" y="224675"/>
                  </a:lnTo>
                  <a:lnTo>
                    <a:pt x="27609" y="228231"/>
                  </a:lnTo>
                  <a:lnTo>
                    <a:pt x="47612" y="261683"/>
                  </a:lnTo>
                  <a:lnTo>
                    <a:pt x="62306" y="267500"/>
                  </a:lnTo>
                  <a:lnTo>
                    <a:pt x="63068" y="267804"/>
                  </a:lnTo>
                  <a:lnTo>
                    <a:pt x="80276" y="267500"/>
                  </a:lnTo>
                  <a:lnTo>
                    <a:pt x="84493" y="276009"/>
                  </a:lnTo>
                  <a:lnTo>
                    <a:pt x="91020" y="282600"/>
                  </a:lnTo>
                  <a:lnTo>
                    <a:pt x="99250" y="286842"/>
                  </a:lnTo>
                  <a:lnTo>
                    <a:pt x="108623" y="288340"/>
                  </a:lnTo>
                  <a:lnTo>
                    <a:pt x="120142" y="285978"/>
                  </a:lnTo>
                  <a:lnTo>
                    <a:pt x="129514" y="279603"/>
                  </a:lnTo>
                  <a:lnTo>
                    <a:pt x="135826" y="270167"/>
                  </a:lnTo>
                  <a:lnTo>
                    <a:pt x="138125" y="258635"/>
                  </a:lnTo>
                  <a:lnTo>
                    <a:pt x="138125" y="39497"/>
                  </a:lnTo>
                  <a:close/>
                </a:path>
                <a:path w="292100" h="288925">
                  <a:moveTo>
                    <a:pt x="220649" y="112953"/>
                  </a:moveTo>
                  <a:lnTo>
                    <a:pt x="217462" y="107048"/>
                  </a:lnTo>
                  <a:lnTo>
                    <a:pt x="206248" y="103670"/>
                  </a:lnTo>
                  <a:lnTo>
                    <a:pt x="200329" y="106857"/>
                  </a:lnTo>
                  <a:lnTo>
                    <a:pt x="200279" y="107048"/>
                  </a:lnTo>
                  <a:lnTo>
                    <a:pt x="196964" y="118084"/>
                  </a:lnTo>
                  <a:lnTo>
                    <a:pt x="200152" y="124002"/>
                  </a:lnTo>
                  <a:lnTo>
                    <a:pt x="211366" y="127368"/>
                  </a:lnTo>
                  <a:lnTo>
                    <a:pt x="217284" y="124180"/>
                  </a:lnTo>
                  <a:lnTo>
                    <a:pt x="217335" y="124002"/>
                  </a:lnTo>
                  <a:lnTo>
                    <a:pt x="220649" y="112953"/>
                  </a:lnTo>
                  <a:close/>
                </a:path>
                <a:path w="292100" h="288925">
                  <a:moveTo>
                    <a:pt x="236372" y="174078"/>
                  </a:moveTo>
                  <a:lnTo>
                    <a:pt x="233197" y="168160"/>
                  </a:lnTo>
                  <a:lnTo>
                    <a:pt x="221970" y="164795"/>
                  </a:lnTo>
                  <a:lnTo>
                    <a:pt x="216052" y="167970"/>
                  </a:lnTo>
                  <a:lnTo>
                    <a:pt x="216001" y="168160"/>
                  </a:lnTo>
                  <a:lnTo>
                    <a:pt x="212686" y="179197"/>
                  </a:lnTo>
                  <a:lnTo>
                    <a:pt x="215874" y="185115"/>
                  </a:lnTo>
                  <a:lnTo>
                    <a:pt x="227088" y="188480"/>
                  </a:lnTo>
                  <a:lnTo>
                    <a:pt x="233006" y="185293"/>
                  </a:lnTo>
                  <a:lnTo>
                    <a:pt x="233057" y="185115"/>
                  </a:lnTo>
                  <a:lnTo>
                    <a:pt x="236372" y="174078"/>
                  </a:lnTo>
                  <a:close/>
                </a:path>
                <a:path w="292100" h="288925">
                  <a:moveTo>
                    <a:pt x="291795" y="180924"/>
                  </a:moveTo>
                  <a:lnTo>
                    <a:pt x="288061" y="163182"/>
                  </a:lnTo>
                  <a:lnTo>
                    <a:pt x="277444" y="147688"/>
                  </a:lnTo>
                  <a:lnTo>
                    <a:pt x="278091" y="146608"/>
                  </a:lnTo>
                  <a:lnTo>
                    <a:pt x="278701" y="145491"/>
                  </a:lnTo>
                  <a:lnTo>
                    <a:pt x="279260" y="144348"/>
                  </a:lnTo>
                  <a:lnTo>
                    <a:pt x="283857" y="126974"/>
                  </a:lnTo>
                  <a:lnTo>
                    <a:pt x="283819" y="126669"/>
                  </a:lnTo>
                  <a:lnTo>
                    <a:pt x="281520" y="109778"/>
                  </a:lnTo>
                  <a:lnTo>
                    <a:pt x="272897" y="94716"/>
                  </a:lnTo>
                  <a:lnTo>
                    <a:pt x="258673" y="83743"/>
                  </a:lnTo>
                  <a:lnTo>
                    <a:pt x="258787" y="83388"/>
                  </a:lnTo>
                  <a:lnTo>
                    <a:pt x="258889" y="83019"/>
                  </a:lnTo>
                  <a:lnTo>
                    <a:pt x="258991" y="82664"/>
                  </a:lnTo>
                  <a:lnTo>
                    <a:pt x="259892" y="67830"/>
                  </a:lnTo>
                  <a:lnTo>
                    <a:pt x="255206" y="54267"/>
                  </a:lnTo>
                  <a:lnTo>
                    <a:pt x="254342" y="53289"/>
                  </a:lnTo>
                  <a:lnTo>
                    <a:pt x="254342" y="181864"/>
                  </a:lnTo>
                  <a:lnTo>
                    <a:pt x="254279" y="182105"/>
                  </a:lnTo>
                  <a:lnTo>
                    <a:pt x="252323" y="188620"/>
                  </a:lnTo>
                  <a:lnTo>
                    <a:pt x="245452" y="189814"/>
                  </a:lnTo>
                  <a:lnTo>
                    <a:pt x="244398" y="191516"/>
                  </a:lnTo>
                  <a:lnTo>
                    <a:pt x="243154" y="193078"/>
                  </a:lnTo>
                  <a:lnTo>
                    <a:pt x="241731" y="194487"/>
                  </a:lnTo>
                  <a:lnTo>
                    <a:pt x="241769" y="196494"/>
                  </a:lnTo>
                  <a:lnTo>
                    <a:pt x="241884" y="201460"/>
                  </a:lnTo>
                  <a:lnTo>
                    <a:pt x="235686" y="204787"/>
                  </a:lnTo>
                  <a:lnTo>
                    <a:pt x="229958" y="200812"/>
                  </a:lnTo>
                  <a:lnTo>
                    <a:pt x="228028" y="201256"/>
                  </a:lnTo>
                  <a:lnTo>
                    <a:pt x="225996" y="201460"/>
                  </a:lnTo>
                  <a:lnTo>
                    <a:pt x="224002" y="201460"/>
                  </a:lnTo>
                  <a:lnTo>
                    <a:pt x="220840" y="204787"/>
                  </a:lnTo>
                  <a:lnTo>
                    <a:pt x="219278" y="206451"/>
                  </a:lnTo>
                  <a:lnTo>
                    <a:pt x="212534" y="204406"/>
                  </a:lnTo>
                  <a:lnTo>
                    <a:pt x="211366" y="197535"/>
                  </a:lnTo>
                  <a:lnTo>
                    <a:pt x="209664" y="196494"/>
                  </a:lnTo>
                  <a:lnTo>
                    <a:pt x="208089" y="195237"/>
                  </a:lnTo>
                  <a:lnTo>
                    <a:pt x="206692" y="193814"/>
                  </a:lnTo>
                  <a:lnTo>
                    <a:pt x="199745" y="194017"/>
                  </a:lnTo>
                  <a:lnTo>
                    <a:pt x="199631" y="193814"/>
                  </a:lnTo>
                  <a:lnTo>
                    <a:pt x="196392" y="187782"/>
                  </a:lnTo>
                  <a:lnTo>
                    <a:pt x="200393" y="182105"/>
                  </a:lnTo>
                  <a:lnTo>
                    <a:pt x="200342" y="181864"/>
                  </a:lnTo>
                  <a:lnTo>
                    <a:pt x="199961" y="180162"/>
                  </a:lnTo>
                  <a:lnTo>
                    <a:pt x="199758" y="178168"/>
                  </a:lnTo>
                  <a:lnTo>
                    <a:pt x="199809" y="176174"/>
                  </a:lnTo>
                  <a:lnTo>
                    <a:pt x="194741" y="171399"/>
                  </a:lnTo>
                  <a:lnTo>
                    <a:pt x="194805" y="171183"/>
                  </a:lnTo>
                  <a:lnTo>
                    <a:pt x="196773" y="164642"/>
                  </a:lnTo>
                  <a:lnTo>
                    <a:pt x="203631" y="163474"/>
                  </a:lnTo>
                  <a:lnTo>
                    <a:pt x="204685" y="161772"/>
                  </a:lnTo>
                  <a:lnTo>
                    <a:pt x="205955" y="160197"/>
                  </a:lnTo>
                  <a:lnTo>
                    <a:pt x="207391" y="158800"/>
                  </a:lnTo>
                  <a:lnTo>
                    <a:pt x="207302" y="155714"/>
                  </a:lnTo>
                  <a:lnTo>
                    <a:pt x="207187" y="151917"/>
                  </a:lnTo>
                  <a:lnTo>
                    <a:pt x="207060" y="151917"/>
                  </a:lnTo>
                  <a:lnTo>
                    <a:pt x="213423" y="148488"/>
                  </a:lnTo>
                  <a:lnTo>
                    <a:pt x="219100" y="152488"/>
                  </a:lnTo>
                  <a:lnTo>
                    <a:pt x="221056" y="152057"/>
                  </a:lnTo>
                  <a:lnTo>
                    <a:pt x="222529" y="151917"/>
                  </a:lnTo>
                  <a:lnTo>
                    <a:pt x="225069" y="151917"/>
                  </a:lnTo>
                  <a:lnTo>
                    <a:pt x="229844" y="146824"/>
                  </a:lnTo>
                  <a:lnTo>
                    <a:pt x="236588" y="148856"/>
                  </a:lnTo>
                  <a:lnTo>
                    <a:pt x="237756" y="155714"/>
                  </a:lnTo>
                  <a:lnTo>
                    <a:pt x="239445" y="156781"/>
                  </a:lnTo>
                  <a:lnTo>
                    <a:pt x="240995" y="158038"/>
                  </a:lnTo>
                  <a:lnTo>
                    <a:pt x="242189" y="159270"/>
                  </a:lnTo>
                  <a:lnTo>
                    <a:pt x="242379" y="159473"/>
                  </a:lnTo>
                  <a:lnTo>
                    <a:pt x="249351" y="159270"/>
                  </a:lnTo>
                  <a:lnTo>
                    <a:pt x="249466" y="159473"/>
                  </a:lnTo>
                  <a:lnTo>
                    <a:pt x="252704" y="165506"/>
                  </a:lnTo>
                  <a:lnTo>
                    <a:pt x="248716" y="171183"/>
                  </a:lnTo>
                  <a:lnTo>
                    <a:pt x="248767" y="171399"/>
                  </a:lnTo>
                  <a:lnTo>
                    <a:pt x="249135" y="173139"/>
                  </a:lnTo>
                  <a:lnTo>
                    <a:pt x="249313" y="175133"/>
                  </a:lnTo>
                  <a:lnTo>
                    <a:pt x="249262" y="177139"/>
                  </a:lnTo>
                  <a:lnTo>
                    <a:pt x="254342" y="181864"/>
                  </a:lnTo>
                  <a:lnTo>
                    <a:pt x="254342" y="53289"/>
                  </a:lnTo>
                  <a:lnTo>
                    <a:pt x="245783" y="43459"/>
                  </a:lnTo>
                  <a:lnTo>
                    <a:pt x="238594" y="39903"/>
                  </a:lnTo>
                  <a:lnTo>
                    <a:pt x="238594" y="120802"/>
                  </a:lnTo>
                  <a:lnTo>
                    <a:pt x="238544" y="120992"/>
                  </a:lnTo>
                  <a:lnTo>
                    <a:pt x="236575" y="127546"/>
                  </a:lnTo>
                  <a:lnTo>
                    <a:pt x="229704" y="128714"/>
                  </a:lnTo>
                  <a:lnTo>
                    <a:pt x="228650" y="130403"/>
                  </a:lnTo>
                  <a:lnTo>
                    <a:pt x="227393" y="131953"/>
                  </a:lnTo>
                  <a:lnTo>
                    <a:pt x="225958" y="133337"/>
                  </a:lnTo>
                  <a:lnTo>
                    <a:pt x="226072" y="136461"/>
                  </a:lnTo>
                  <a:lnTo>
                    <a:pt x="226187" y="139712"/>
                  </a:lnTo>
                  <a:lnTo>
                    <a:pt x="226212" y="140373"/>
                  </a:lnTo>
                  <a:lnTo>
                    <a:pt x="219989" y="143725"/>
                  </a:lnTo>
                  <a:lnTo>
                    <a:pt x="214299" y="139712"/>
                  </a:lnTo>
                  <a:lnTo>
                    <a:pt x="212356" y="140157"/>
                  </a:lnTo>
                  <a:lnTo>
                    <a:pt x="210210" y="140373"/>
                  </a:lnTo>
                  <a:lnTo>
                    <a:pt x="208318" y="140373"/>
                  </a:lnTo>
                  <a:lnTo>
                    <a:pt x="205155" y="143725"/>
                  </a:lnTo>
                  <a:lnTo>
                    <a:pt x="203593" y="145389"/>
                  </a:lnTo>
                  <a:lnTo>
                    <a:pt x="196850" y="143344"/>
                  </a:lnTo>
                  <a:lnTo>
                    <a:pt x="195656" y="136461"/>
                  </a:lnTo>
                  <a:lnTo>
                    <a:pt x="193967" y="135394"/>
                  </a:lnTo>
                  <a:lnTo>
                    <a:pt x="192417" y="134137"/>
                  </a:lnTo>
                  <a:lnTo>
                    <a:pt x="191046" y="132702"/>
                  </a:lnTo>
                  <a:lnTo>
                    <a:pt x="184086" y="132905"/>
                  </a:lnTo>
                  <a:lnTo>
                    <a:pt x="183972" y="132702"/>
                  </a:lnTo>
                  <a:lnTo>
                    <a:pt x="180733" y="126669"/>
                  </a:lnTo>
                  <a:lnTo>
                    <a:pt x="184734" y="120992"/>
                  </a:lnTo>
                  <a:lnTo>
                    <a:pt x="184683" y="120802"/>
                  </a:lnTo>
                  <a:lnTo>
                    <a:pt x="184277" y="119024"/>
                  </a:lnTo>
                  <a:lnTo>
                    <a:pt x="184048" y="117017"/>
                  </a:lnTo>
                  <a:lnTo>
                    <a:pt x="184086" y="114998"/>
                  </a:lnTo>
                  <a:lnTo>
                    <a:pt x="179019" y="110210"/>
                  </a:lnTo>
                  <a:lnTo>
                    <a:pt x="181051" y="103454"/>
                  </a:lnTo>
                  <a:lnTo>
                    <a:pt x="187909" y="102285"/>
                  </a:lnTo>
                  <a:lnTo>
                    <a:pt x="188963" y="100596"/>
                  </a:lnTo>
                  <a:lnTo>
                    <a:pt x="190233" y="99047"/>
                  </a:lnTo>
                  <a:lnTo>
                    <a:pt x="191668" y="97675"/>
                  </a:lnTo>
                  <a:lnTo>
                    <a:pt x="191579" y="94729"/>
                  </a:lnTo>
                  <a:lnTo>
                    <a:pt x="191452" y="90728"/>
                  </a:lnTo>
                  <a:lnTo>
                    <a:pt x="197688" y="87325"/>
                  </a:lnTo>
                  <a:lnTo>
                    <a:pt x="203377" y="91325"/>
                  </a:lnTo>
                  <a:lnTo>
                    <a:pt x="205320" y="90881"/>
                  </a:lnTo>
                  <a:lnTo>
                    <a:pt x="206908" y="90728"/>
                  </a:lnTo>
                  <a:lnTo>
                    <a:pt x="209296" y="90728"/>
                  </a:lnTo>
                  <a:lnTo>
                    <a:pt x="214058" y="85699"/>
                  </a:lnTo>
                  <a:lnTo>
                    <a:pt x="220827" y="87744"/>
                  </a:lnTo>
                  <a:lnTo>
                    <a:pt x="222034" y="94716"/>
                  </a:lnTo>
                  <a:lnTo>
                    <a:pt x="222199" y="94716"/>
                  </a:lnTo>
                  <a:lnTo>
                    <a:pt x="223710" y="95656"/>
                  </a:lnTo>
                  <a:lnTo>
                    <a:pt x="225272" y="96901"/>
                  </a:lnTo>
                  <a:lnTo>
                    <a:pt x="226466" y="98120"/>
                  </a:lnTo>
                  <a:lnTo>
                    <a:pt x="226669" y="98336"/>
                  </a:lnTo>
                  <a:lnTo>
                    <a:pt x="233616" y="98120"/>
                  </a:lnTo>
                  <a:lnTo>
                    <a:pt x="233730" y="98336"/>
                  </a:lnTo>
                  <a:lnTo>
                    <a:pt x="237020" y="104394"/>
                  </a:lnTo>
                  <a:lnTo>
                    <a:pt x="233184" y="109778"/>
                  </a:lnTo>
                  <a:lnTo>
                    <a:pt x="232981" y="110210"/>
                  </a:lnTo>
                  <a:lnTo>
                    <a:pt x="233387" y="112039"/>
                  </a:lnTo>
                  <a:lnTo>
                    <a:pt x="233578" y="114033"/>
                  </a:lnTo>
                  <a:lnTo>
                    <a:pt x="233540" y="116014"/>
                  </a:lnTo>
                  <a:lnTo>
                    <a:pt x="238594" y="120802"/>
                  </a:lnTo>
                  <a:lnTo>
                    <a:pt x="238594" y="39903"/>
                  </a:lnTo>
                  <a:lnTo>
                    <a:pt x="232473" y="36855"/>
                  </a:lnTo>
                  <a:lnTo>
                    <a:pt x="228676" y="22364"/>
                  </a:lnTo>
                  <a:lnTo>
                    <a:pt x="220091" y="10668"/>
                  </a:lnTo>
                  <a:lnTo>
                    <a:pt x="207860" y="2857"/>
                  </a:lnTo>
                  <a:lnTo>
                    <a:pt x="193154" y="0"/>
                  </a:lnTo>
                  <a:lnTo>
                    <a:pt x="177787" y="3098"/>
                  </a:lnTo>
                  <a:lnTo>
                    <a:pt x="165239" y="11569"/>
                  </a:lnTo>
                  <a:lnTo>
                    <a:pt x="156794" y="24117"/>
                  </a:lnTo>
                  <a:lnTo>
                    <a:pt x="153695" y="39484"/>
                  </a:lnTo>
                  <a:lnTo>
                    <a:pt x="153695" y="85699"/>
                  </a:lnTo>
                  <a:lnTo>
                    <a:pt x="153695" y="87325"/>
                  </a:lnTo>
                  <a:lnTo>
                    <a:pt x="153695" y="258635"/>
                  </a:lnTo>
                  <a:lnTo>
                    <a:pt x="155105" y="267487"/>
                  </a:lnTo>
                  <a:lnTo>
                    <a:pt x="155181" y="268008"/>
                  </a:lnTo>
                  <a:lnTo>
                    <a:pt x="155270" y="268173"/>
                  </a:lnTo>
                  <a:lnTo>
                    <a:pt x="159435" y="276237"/>
                  </a:lnTo>
                  <a:lnTo>
                    <a:pt x="166014" y="282752"/>
                  </a:lnTo>
                  <a:lnTo>
                    <a:pt x="174498" y="286981"/>
                  </a:lnTo>
                  <a:lnTo>
                    <a:pt x="186194" y="288175"/>
                  </a:lnTo>
                  <a:lnTo>
                    <a:pt x="197053" y="284911"/>
                  </a:lnTo>
                  <a:lnTo>
                    <a:pt x="205892" y="277799"/>
                  </a:lnTo>
                  <a:lnTo>
                    <a:pt x="211531" y="267487"/>
                  </a:lnTo>
                  <a:lnTo>
                    <a:pt x="214604" y="268173"/>
                  </a:lnTo>
                  <a:lnTo>
                    <a:pt x="217754" y="268503"/>
                  </a:lnTo>
                  <a:lnTo>
                    <a:pt x="220865" y="268503"/>
                  </a:lnTo>
                  <a:lnTo>
                    <a:pt x="237756" y="265061"/>
                  </a:lnTo>
                  <a:lnTo>
                    <a:pt x="251523" y="255752"/>
                  </a:lnTo>
                  <a:lnTo>
                    <a:pt x="260794" y="241947"/>
                  </a:lnTo>
                  <a:lnTo>
                    <a:pt x="264172" y="225069"/>
                  </a:lnTo>
                  <a:lnTo>
                    <a:pt x="264172" y="224675"/>
                  </a:lnTo>
                  <a:lnTo>
                    <a:pt x="269519" y="222237"/>
                  </a:lnTo>
                  <a:lnTo>
                    <a:pt x="274370" y="218808"/>
                  </a:lnTo>
                  <a:lnTo>
                    <a:pt x="278460" y="214579"/>
                  </a:lnTo>
                  <a:lnTo>
                    <a:pt x="288607" y="198767"/>
                  </a:lnTo>
                  <a:lnTo>
                    <a:pt x="291795" y="180924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950"/>
            </a:p>
          </p:txBody>
        </p:sp>
        <p:sp>
          <p:nvSpPr>
            <p:cNvPr id="40" name="object 40"/>
            <p:cNvSpPr/>
            <p:nvPr/>
          </p:nvSpPr>
          <p:spPr>
            <a:xfrm>
              <a:off x="1934717" y="2759455"/>
              <a:ext cx="1620520" cy="0"/>
            </a:xfrm>
            <a:custGeom>
              <a:avLst/>
              <a:gdLst/>
              <a:ahLst/>
              <a:cxnLst/>
              <a:rect l="l" t="t" r="r" b="b"/>
              <a:pathLst>
                <a:path w="1620520">
                  <a:moveTo>
                    <a:pt x="0" y="0"/>
                  </a:moveTo>
                  <a:lnTo>
                    <a:pt x="1620011" y="0"/>
                  </a:lnTo>
                </a:path>
              </a:pathLst>
            </a:custGeom>
            <a:ln w="952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 sz="1950"/>
            </a:p>
          </p:txBody>
        </p:sp>
      </p:grpSp>
      <p:grpSp>
        <p:nvGrpSpPr>
          <p:cNvPr id="41" name="object 41"/>
          <p:cNvGrpSpPr/>
          <p:nvPr/>
        </p:nvGrpSpPr>
        <p:grpSpPr>
          <a:xfrm>
            <a:off x="4061597" y="3236388"/>
            <a:ext cx="1755563" cy="401743"/>
            <a:chOff x="3749166" y="2393954"/>
            <a:chExt cx="1620520" cy="370840"/>
          </a:xfrm>
        </p:grpSpPr>
        <p:pic>
          <p:nvPicPr>
            <p:cNvPr id="42" name="object 42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3876321" y="2449721"/>
              <a:ext cx="179080" cy="179179"/>
            </a:xfrm>
            <a:prstGeom prst="rect">
              <a:avLst/>
            </a:prstGeom>
          </p:spPr>
        </p:pic>
        <p:sp>
          <p:nvSpPr>
            <p:cNvPr id="43" name="object 43"/>
            <p:cNvSpPr/>
            <p:nvPr/>
          </p:nvSpPr>
          <p:spPr>
            <a:xfrm>
              <a:off x="3820588" y="2393954"/>
              <a:ext cx="290830" cy="290830"/>
            </a:xfrm>
            <a:custGeom>
              <a:avLst/>
              <a:gdLst/>
              <a:ahLst/>
              <a:cxnLst/>
              <a:rect l="l" t="t" r="r" b="b"/>
              <a:pathLst>
                <a:path w="290829" h="290830">
                  <a:moveTo>
                    <a:pt x="187551" y="268895"/>
                  </a:moveTo>
                  <a:lnTo>
                    <a:pt x="102994" y="268895"/>
                  </a:lnTo>
                  <a:lnTo>
                    <a:pt x="106906" y="270168"/>
                  </a:lnTo>
                  <a:lnTo>
                    <a:pt x="119449" y="289660"/>
                  </a:lnTo>
                  <a:lnTo>
                    <a:pt x="124269" y="290705"/>
                  </a:lnTo>
                  <a:lnTo>
                    <a:pt x="128130" y="288215"/>
                  </a:lnTo>
                  <a:lnTo>
                    <a:pt x="128594" y="287858"/>
                  </a:lnTo>
                  <a:lnTo>
                    <a:pt x="143117" y="275997"/>
                  </a:lnTo>
                  <a:lnTo>
                    <a:pt x="179887" y="275997"/>
                  </a:lnTo>
                  <a:lnTo>
                    <a:pt x="183639" y="270168"/>
                  </a:lnTo>
                  <a:lnTo>
                    <a:pt x="187551" y="268895"/>
                  </a:lnTo>
                  <a:close/>
                </a:path>
                <a:path w="290829" h="290830">
                  <a:moveTo>
                    <a:pt x="179887" y="275997"/>
                  </a:moveTo>
                  <a:lnTo>
                    <a:pt x="147428" y="275997"/>
                  </a:lnTo>
                  <a:lnTo>
                    <a:pt x="165431" y="290705"/>
                  </a:lnTo>
                  <a:lnTo>
                    <a:pt x="164061" y="290705"/>
                  </a:lnTo>
                  <a:lnTo>
                    <a:pt x="170185" y="290085"/>
                  </a:lnTo>
                  <a:lnTo>
                    <a:pt x="173092" y="286527"/>
                  </a:lnTo>
                  <a:lnTo>
                    <a:pt x="173423" y="286044"/>
                  </a:lnTo>
                  <a:lnTo>
                    <a:pt x="179887" y="275997"/>
                  </a:lnTo>
                  <a:close/>
                </a:path>
                <a:path w="290829" h="290830">
                  <a:moveTo>
                    <a:pt x="215907" y="268895"/>
                  </a:moveTo>
                  <a:lnTo>
                    <a:pt x="187551" y="268895"/>
                  </a:lnTo>
                  <a:lnTo>
                    <a:pt x="209158" y="277286"/>
                  </a:lnTo>
                  <a:lnTo>
                    <a:pt x="213667" y="275296"/>
                  </a:lnTo>
                  <a:lnTo>
                    <a:pt x="215224" y="271287"/>
                  </a:lnTo>
                  <a:lnTo>
                    <a:pt x="215331" y="271015"/>
                  </a:lnTo>
                  <a:lnTo>
                    <a:pt x="215422" y="270736"/>
                  </a:lnTo>
                  <a:lnTo>
                    <a:pt x="215907" y="268895"/>
                  </a:lnTo>
                  <a:close/>
                </a:path>
                <a:path w="290829" h="290830">
                  <a:moveTo>
                    <a:pt x="223637" y="249773"/>
                  </a:moveTo>
                  <a:lnTo>
                    <a:pt x="66908" y="249773"/>
                  </a:lnTo>
                  <a:lnTo>
                    <a:pt x="70237" y="252194"/>
                  </a:lnTo>
                  <a:lnTo>
                    <a:pt x="76148" y="274615"/>
                  </a:lnTo>
                  <a:lnTo>
                    <a:pt x="80408" y="277098"/>
                  </a:lnTo>
                  <a:lnTo>
                    <a:pt x="84563" y="275997"/>
                  </a:lnTo>
                  <a:lnTo>
                    <a:pt x="84707" y="275997"/>
                  </a:lnTo>
                  <a:lnTo>
                    <a:pt x="102994" y="268895"/>
                  </a:lnTo>
                  <a:lnTo>
                    <a:pt x="215907" y="268895"/>
                  </a:lnTo>
                  <a:lnTo>
                    <a:pt x="220308" y="252194"/>
                  </a:lnTo>
                  <a:lnTo>
                    <a:pt x="223637" y="249773"/>
                  </a:lnTo>
                  <a:close/>
                </a:path>
                <a:path w="290829" h="290830">
                  <a:moveTo>
                    <a:pt x="248232" y="249773"/>
                  </a:moveTo>
                  <a:lnTo>
                    <a:pt x="223637" y="249773"/>
                  </a:lnTo>
                  <a:lnTo>
                    <a:pt x="246774" y="251075"/>
                  </a:lnTo>
                  <a:lnTo>
                    <a:pt x="248232" y="249773"/>
                  </a:lnTo>
                  <a:close/>
                </a:path>
                <a:path w="290829" h="290830">
                  <a:moveTo>
                    <a:pt x="43770" y="39636"/>
                  </a:moveTo>
                  <a:lnTo>
                    <a:pt x="40091" y="42925"/>
                  </a:lnTo>
                  <a:lnTo>
                    <a:pt x="39851" y="47219"/>
                  </a:lnTo>
                  <a:lnTo>
                    <a:pt x="39851" y="48092"/>
                  </a:lnTo>
                  <a:lnTo>
                    <a:pt x="40912" y="66948"/>
                  </a:lnTo>
                  <a:lnTo>
                    <a:pt x="38492" y="70279"/>
                  </a:lnTo>
                  <a:lnTo>
                    <a:pt x="16084" y="76193"/>
                  </a:lnTo>
                  <a:lnTo>
                    <a:pt x="13602" y="80455"/>
                  </a:lnTo>
                  <a:lnTo>
                    <a:pt x="14702" y="84613"/>
                  </a:lnTo>
                  <a:lnTo>
                    <a:pt x="14777" y="84895"/>
                  </a:lnTo>
                  <a:lnTo>
                    <a:pt x="14864" y="85175"/>
                  </a:lnTo>
                  <a:lnTo>
                    <a:pt x="21804" y="103054"/>
                  </a:lnTo>
                  <a:lnTo>
                    <a:pt x="20529" y="106968"/>
                  </a:lnTo>
                  <a:lnTo>
                    <a:pt x="1047" y="119517"/>
                  </a:lnTo>
                  <a:lnTo>
                    <a:pt x="0" y="124338"/>
                  </a:lnTo>
                  <a:lnTo>
                    <a:pt x="2485" y="128204"/>
                  </a:lnTo>
                  <a:lnTo>
                    <a:pt x="2845" y="128668"/>
                  </a:lnTo>
                  <a:lnTo>
                    <a:pt x="14780" y="143294"/>
                  </a:lnTo>
                  <a:lnTo>
                    <a:pt x="14780" y="147417"/>
                  </a:lnTo>
                  <a:lnTo>
                    <a:pt x="126" y="165374"/>
                  </a:lnTo>
                  <a:lnTo>
                    <a:pt x="619" y="170281"/>
                  </a:lnTo>
                  <a:lnTo>
                    <a:pt x="4178" y="173190"/>
                  </a:lnTo>
                  <a:lnTo>
                    <a:pt x="4661" y="173521"/>
                  </a:lnTo>
                  <a:lnTo>
                    <a:pt x="20529" y="183743"/>
                  </a:lnTo>
                  <a:lnTo>
                    <a:pt x="21804" y="187661"/>
                  </a:lnTo>
                  <a:lnTo>
                    <a:pt x="13414" y="209276"/>
                  </a:lnTo>
                  <a:lnTo>
                    <a:pt x="15403" y="213788"/>
                  </a:lnTo>
                  <a:lnTo>
                    <a:pt x="19961" y="215544"/>
                  </a:lnTo>
                  <a:lnTo>
                    <a:pt x="38492" y="220432"/>
                  </a:lnTo>
                  <a:lnTo>
                    <a:pt x="40912" y="223763"/>
                  </a:lnTo>
                  <a:lnTo>
                    <a:pt x="39627" y="246631"/>
                  </a:lnTo>
                  <a:lnTo>
                    <a:pt x="39612" y="246913"/>
                  </a:lnTo>
                  <a:lnTo>
                    <a:pt x="42895" y="250594"/>
                  </a:lnTo>
                  <a:lnTo>
                    <a:pt x="47190" y="250834"/>
                  </a:lnTo>
                  <a:lnTo>
                    <a:pt x="48063" y="250834"/>
                  </a:lnTo>
                  <a:lnTo>
                    <a:pt x="66908" y="249773"/>
                  </a:lnTo>
                  <a:lnTo>
                    <a:pt x="248232" y="249773"/>
                  </a:lnTo>
                  <a:lnTo>
                    <a:pt x="250453" y="247790"/>
                  </a:lnTo>
                  <a:lnTo>
                    <a:pt x="250518" y="246631"/>
                  </a:lnTo>
                  <a:lnTo>
                    <a:pt x="145272" y="246631"/>
                  </a:lnTo>
                  <a:lnTo>
                    <a:pt x="105874" y="238672"/>
                  </a:lnTo>
                  <a:lnTo>
                    <a:pt x="73700" y="216968"/>
                  </a:lnTo>
                  <a:lnTo>
                    <a:pt x="52007" y="184776"/>
                  </a:lnTo>
                  <a:lnTo>
                    <a:pt x="44053" y="145355"/>
                  </a:lnTo>
                  <a:lnTo>
                    <a:pt x="52007" y="105935"/>
                  </a:lnTo>
                  <a:lnTo>
                    <a:pt x="73700" y="73743"/>
                  </a:lnTo>
                  <a:lnTo>
                    <a:pt x="105873" y="52039"/>
                  </a:lnTo>
                  <a:lnTo>
                    <a:pt x="145272" y="44080"/>
                  </a:lnTo>
                  <a:lnTo>
                    <a:pt x="250917" y="44080"/>
                  </a:lnTo>
                  <a:lnTo>
                    <a:pt x="250933" y="43798"/>
                  </a:lnTo>
                  <a:lnTo>
                    <a:pt x="248380" y="40938"/>
                  </a:lnTo>
                  <a:lnTo>
                    <a:pt x="66908" y="40938"/>
                  </a:lnTo>
                  <a:lnTo>
                    <a:pt x="43770" y="39636"/>
                  </a:lnTo>
                  <a:close/>
                </a:path>
                <a:path w="290829" h="290830">
                  <a:moveTo>
                    <a:pt x="250917" y="44080"/>
                  </a:moveTo>
                  <a:lnTo>
                    <a:pt x="145272" y="44080"/>
                  </a:lnTo>
                  <a:lnTo>
                    <a:pt x="184671" y="52039"/>
                  </a:lnTo>
                  <a:lnTo>
                    <a:pt x="216845" y="73743"/>
                  </a:lnTo>
                  <a:lnTo>
                    <a:pt x="238537" y="105935"/>
                  </a:lnTo>
                  <a:lnTo>
                    <a:pt x="246492" y="145356"/>
                  </a:lnTo>
                  <a:lnTo>
                    <a:pt x="238495" y="184776"/>
                  </a:lnTo>
                  <a:lnTo>
                    <a:pt x="217750" y="215544"/>
                  </a:lnTo>
                  <a:lnTo>
                    <a:pt x="216764" y="216968"/>
                  </a:lnTo>
                  <a:lnTo>
                    <a:pt x="184505" y="238672"/>
                  </a:lnTo>
                  <a:lnTo>
                    <a:pt x="145272" y="246631"/>
                  </a:lnTo>
                  <a:lnTo>
                    <a:pt x="250518" y="246631"/>
                  </a:lnTo>
                  <a:lnTo>
                    <a:pt x="250693" y="243492"/>
                  </a:lnTo>
                  <a:lnTo>
                    <a:pt x="250693" y="242619"/>
                  </a:lnTo>
                  <a:lnTo>
                    <a:pt x="249632" y="223763"/>
                  </a:lnTo>
                  <a:lnTo>
                    <a:pt x="252053" y="220432"/>
                  </a:lnTo>
                  <a:lnTo>
                    <a:pt x="274460" y="214518"/>
                  </a:lnTo>
                  <a:lnTo>
                    <a:pt x="276942" y="210256"/>
                  </a:lnTo>
                  <a:lnTo>
                    <a:pt x="275842" y="206098"/>
                  </a:lnTo>
                  <a:lnTo>
                    <a:pt x="275768" y="205816"/>
                  </a:lnTo>
                  <a:lnTo>
                    <a:pt x="275680" y="205536"/>
                  </a:lnTo>
                  <a:lnTo>
                    <a:pt x="268742" y="187661"/>
                  </a:lnTo>
                  <a:lnTo>
                    <a:pt x="270016" y="183743"/>
                  </a:lnTo>
                  <a:lnTo>
                    <a:pt x="289491" y="171194"/>
                  </a:lnTo>
                  <a:lnTo>
                    <a:pt x="290529" y="166373"/>
                  </a:lnTo>
                  <a:lnTo>
                    <a:pt x="288063" y="162507"/>
                  </a:lnTo>
                  <a:lnTo>
                    <a:pt x="287707" y="162043"/>
                  </a:lnTo>
                  <a:lnTo>
                    <a:pt x="275765" y="147417"/>
                  </a:lnTo>
                  <a:lnTo>
                    <a:pt x="275765" y="143294"/>
                  </a:lnTo>
                  <a:lnTo>
                    <a:pt x="290432" y="125337"/>
                  </a:lnTo>
                  <a:lnTo>
                    <a:pt x="289913" y="120430"/>
                  </a:lnTo>
                  <a:lnTo>
                    <a:pt x="286376" y="117521"/>
                  </a:lnTo>
                  <a:lnTo>
                    <a:pt x="285890" y="117190"/>
                  </a:lnTo>
                  <a:lnTo>
                    <a:pt x="270016" y="106968"/>
                  </a:lnTo>
                  <a:lnTo>
                    <a:pt x="268741" y="103054"/>
                  </a:lnTo>
                  <a:lnTo>
                    <a:pt x="277130" y="81439"/>
                  </a:lnTo>
                  <a:lnTo>
                    <a:pt x="275142" y="76923"/>
                  </a:lnTo>
                  <a:lnTo>
                    <a:pt x="271135" y="75365"/>
                  </a:lnTo>
                  <a:lnTo>
                    <a:pt x="271334" y="75365"/>
                  </a:lnTo>
                  <a:lnTo>
                    <a:pt x="252052" y="70279"/>
                  </a:lnTo>
                  <a:lnTo>
                    <a:pt x="249632" y="66948"/>
                  </a:lnTo>
                  <a:lnTo>
                    <a:pt x="250917" y="44080"/>
                  </a:lnTo>
                  <a:close/>
                </a:path>
                <a:path w="290829" h="290830">
                  <a:moveTo>
                    <a:pt x="81387" y="13425"/>
                  </a:moveTo>
                  <a:lnTo>
                    <a:pt x="76878" y="15415"/>
                  </a:lnTo>
                  <a:lnTo>
                    <a:pt x="75320" y="19424"/>
                  </a:lnTo>
                  <a:lnTo>
                    <a:pt x="75213" y="19696"/>
                  </a:lnTo>
                  <a:lnTo>
                    <a:pt x="75123" y="19975"/>
                  </a:lnTo>
                  <a:lnTo>
                    <a:pt x="70237" y="38517"/>
                  </a:lnTo>
                  <a:lnTo>
                    <a:pt x="66908" y="40938"/>
                  </a:lnTo>
                  <a:lnTo>
                    <a:pt x="223636" y="40938"/>
                  </a:lnTo>
                  <a:lnTo>
                    <a:pt x="220308" y="38517"/>
                  </a:lnTo>
                  <a:lnTo>
                    <a:pt x="215906" y="21819"/>
                  </a:lnTo>
                  <a:lnTo>
                    <a:pt x="102994" y="21819"/>
                  </a:lnTo>
                  <a:lnTo>
                    <a:pt x="81387" y="13425"/>
                  </a:lnTo>
                  <a:close/>
                </a:path>
                <a:path w="290829" h="290830">
                  <a:moveTo>
                    <a:pt x="243355" y="39877"/>
                  </a:moveTo>
                  <a:lnTo>
                    <a:pt x="242482" y="39877"/>
                  </a:lnTo>
                  <a:lnTo>
                    <a:pt x="223636" y="40938"/>
                  </a:lnTo>
                  <a:lnTo>
                    <a:pt x="248380" y="40938"/>
                  </a:lnTo>
                  <a:lnTo>
                    <a:pt x="247650" y="40120"/>
                  </a:lnTo>
                  <a:lnTo>
                    <a:pt x="243355" y="39877"/>
                  </a:lnTo>
                  <a:close/>
                </a:path>
                <a:path w="290829" h="290830">
                  <a:moveTo>
                    <a:pt x="125265" y="129"/>
                  </a:moveTo>
                  <a:lnTo>
                    <a:pt x="120360" y="616"/>
                  </a:lnTo>
                  <a:lnTo>
                    <a:pt x="117281" y="4414"/>
                  </a:lnTo>
                  <a:lnTo>
                    <a:pt x="106906" y="20543"/>
                  </a:lnTo>
                  <a:lnTo>
                    <a:pt x="102994" y="21819"/>
                  </a:lnTo>
                  <a:lnTo>
                    <a:pt x="187551" y="21819"/>
                  </a:lnTo>
                  <a:lnTo>
                    <a:pt x="183638" y="20543"/>
                  </a:lnTo>
                  <a:lnTo>
                    <a:pt x="179994" y="14876"/>
                  </a:lnTo>
                  <a:lnTo>
                    <a:pt x="143315" y="14876"/>
                  </a:lnTo>
                  <a:lnTo>
                    <a:pt x="125265" y="129"/>
                  </a:lnTo>
                  <a:close/>
                </a:path>
                <a:path w="290829" h="290830">
                  <a:moveTo>
                    <a:pt x="210137" y="13613"/>
                  </a:moveTo>
                  <a:lnTo>
                    <a:pt x="205420" y="14876"/>
                  </a:lnTo>
                  <a:lnTo>
                    <a:pt x="187551" y="21819"/>
                  </a:lnTo>
                  <a:lnTo>
                    <a:pt x="215906" y="21819"/>
                  </a:lnTo>
                  <a:lnTo>
                    <a:pt x="214397" y="16096"/>
                  </a:lnTo>
                  <a:lnTo>
                    <a:pt x="210137" y="13613"/>
                  </a:lnTo>
                  <a:close/>
                </a:path>
                <a:path w="290829" h="290830">
                  <a:moveTo>
                    <a:pt x="166275" y="0"/>
                  </a:moveTo>
                  <a:lnTo>
                    <a:pt x="162178" y="2661"/>
                  </a:lnTo>
                  <a:lnTo>
                    <a:pt x="147229" y="14876"/>
                  </a:lnTo>
                  <a:lnTo>
                    <a:pt x="179994" y="14876"/>
                  </a:lnTo>
                  <a:lnTo>
                    <a:pt x="171096" y="1038"/>
                  </a:lnTo>
                  <a:lnTo>
                    <a:pt x="166275" y="0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 sz="1950"/>
            </a:p>
          </p:txBody>
        </p:sp>
        <p:sp>
          <p:nvSpPr>
            <p:cNvPr id="44" name="object 44"/>
            <p:cNvSpPr/>
            <p:nvPr/>
          </p:nvSpPr>
          <p:spPr>
            <a:xfrm>
              <a:off x="3749166" y="2759455"/>
              <a:ext cx="1620520" cy="0"/>
            </a:xfrm>
            <a:custGeom>
              <a:avLst/>
              <a:gdLst/>
              <a:ahLst/>
              <a:cxnLst/>
              <a:rect l="l" t="t" r="r" b="b"/>
              <a:pathLst>
                <a:path w="1620520">
                  <a:moveTo>
                    <a:pt x="0" y="0"/>
                  </a:moveTo>
                  <a:lnTo>
                    <a:pt x="1620012" y="0"/>
                  </a:lnTo>
                </a:path>
              </a:pathLst>
            </a:custGeom>
            <a:ln w="952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 sz="1950"/>
            </a:p>
          </p:txBody>
        </p:sp>
      </p:grpSp>
      <p:grpSp>
        <p:nvGrpSpPr>
          <p:cNvPr id="45" name="object 45"/>
          <p:cNvGrpSpPr/>
          <p:nvPr/>
        </p:nvGrpSpPr>
        <p:grpSpPr>
          <a:xfrm>
            <a:off x="130333" y="3204608"/>
            <a:ext cx="1755563" cy="433388"/>
            <a:chOff x="120307" y="2364619"/>
            <a:chExt cx="1620520" cy="400050"/>
          </a:xfrm>
        </p:grpSpPr>
        <p:pic>
          <p:nvPicPr>
            <p:cNvPr id="46" name="object 4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81209" y="2364619"/>
              <a:ext cx="310471" cy="336265"/>
            </a:xfrm>
            <a:prstGeom prst="rect">
              <a:avLst/>
            </a:prstGeom>
          </p:spPr>
        </p:pic>
        <p:sp>
          <p:nvSpPr>
            <p:cNvPr id="47" name="object 47"/>
            <p:cNvSpPr/>
            <p:nvPr/>
          </p:nvSpPr>
          <p:spPr>
            <a:xfrm>
              <a:off x="120307" y="2759455"/>
              <a:ext cx="1620520" cy="0"/>
            </a:xfrm>
            <a:custGeom>
              <a:avLst/>
              <a:gdLst/>
              <a:ahLst/>
              <a:cxnLst/>
              <a:rect l="l" t="t" r="r" b="b"/>
              <a:pathLst>
                <a:path w="1620520">
                  <a:moveTo>
                    <a:pt x="0" y="0"/>
                  </a:moveTo>
                  <a:lnTo>
                    <a:pt x="1619973" y="0"/>
                  </a:lnTo>
                </a:path>
              </a:pathLst>
            </a:custGeom>
            <a:ln w="9525">
              <a:solidFill>
                <a:srgbClr val="252525"/>
              </a:solidFill>
            </a:ln>
          </p:spPr>
          <p:txBody>
            <a:bodyPr wrap="square" lIns="0" tIns="0" rIns="0" bIns="0" rtlCol="0"/>
            <a:lstStyle/>
            <a:p>
              <a:endParaRPr sz="1950"/>
            </a:p>
          </p:txBody>
        </p:sp>
      </p:grpSp>
      <p:grpSp>
        <p:nvGrpSpPr>
          <p:cNvPr id="48" name="object 48"/>
          <p:cNvGrpSpPr/>
          <p:nvPr/>
        </p:nvGrpSpPr>
        <p:grpSpPr>
          <a:xfrm>
            <a:off x="2037471" y="4815633"/>
            <a:ext cx="5803265" cy="409998"/>
            <a:chOff x="1880742" y="3851719"/>
            <a:chExt cx="5356860" cy="378460"/>
          </a:xfrm>
        </p:grpSpPr>
        <p:sp>
          <p:nvSpPr>
            <p:cNvPr id="49" name="object 49"/>
            <p:cNvSpPr/>
            <p:nvPr/>
          </p:nvSpPr>
          <p:spPr>
            <a:xfrm>
              <a:off x="1880742" y="3851719"/>
              <a:ext cx="5356860" cy="378460"/>
            </a:xfrm>
            <a:custGeom>
              <a:avLst/>
              <a:gdLst/>
              <a:ahLst/>
              <a:cxnLst/>
              <a:rect l="l" t="t" r="r" b="b"/>
              <a:pathLst>
                <a:path w="5356859" h="378460">
                  <a:moveTo>
                    <a:pt x="5356859" y="0"/>
                  </a:moveTo>
                  <a:lnTo>
                    <a:pt x="0" y="0"/>
                  </a:lnTo>
                  <a:lnTo>
                    <a:pt x="0" y="378002"/>
                  </a:lnTo>
                  <a:lnTo>
                    <a:pt x="5356859" y="378002"/>
                  </a:lnTo>
                  <a:lnTo>
                    <a:pt x="5356859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950"/>
            </a:p>
          </p:txBody>
        </p:sp>
        <p:pic>
          <p:nvPicPr>
            <p:cNvPr id="50" name="object 50" descr="Scientific Thought with solid fill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988692" y="3878719"/>
              <a:ext cx="324002" cy="324002"/>
            </a:xfrm>
            <a:prstGeom prst="rect">
              <a:avLst/>
            </a:prstGeom>
          </p:spPr>
        </p:pic>
      </p:grpSp>
      <p:grpSp>
        <p:nvGrpSpPr>
          <p:cNvPr id="51" name="object 51"/>
          <p:cNvGrpSpPr/>
          <p:nvPr/>
        </p:nvGrpSpPr>
        <p:grpSpPr>
          <a:xfrm>
            <a:off x="2018623" y="1415605"/>
            <a:ext cx="6246971" cy="606055"/>
            <a:chOff x="1863344" y="713231"/>
            <a:chExt cx="5766435" cy="559435"/>
          </a:xfrm>
        </p:grpSpPr>
        <p:sp>
          <p:nvSpPr>
            <p:cNvPr id="52" name="object 52"/>
            <p:cNvSpPr/>
            <p:nvPr/>
          </p:nvSpPr>
          <p:spPr>
            <a:xfrm>
              <a:off x="1872869" y="722756"/>
              <a:ext cx="5747385" cy="540385"/>
            </a:xfrm>
            <a:custGeom>
              <a:avLst/>
              <a:gdLst/>
              <a:ahLst/>
              <a:cxnLst/>
              <a:rect l="l" t="t" r="r" b="b"/>
              <a:pathLst>
                <a:path w="5747384" h="540385">
                  <a:moveTo>
                    <a:pt x="5747131" y="0"/>
                  </a:moveTo>
                  <a:lnTo>
                    <a:pt x="0" y="0"/>
                  </a:lnTo>
                  <a:lnTo>
                    <a:pt x="0" y="540003"/>
                  </a:lnTo>
                  <a:lnTo>
                    <a:pt x="5747131" y="540003"/>
                  </a:lnTo>
                  <a:lnTo>
                    <a:pt x="5747131" y="0"/>
                  </a:lnTo>
                  <a:close/>
                </a:path>
              </a:pathLst>
            </a:custGeom>
            <a:solidFill>
              <a:srgbClr val="D9D9D9"/>
            </a:solidFill>
          </p:spPr>
          <p:txBody>
            <a:bodyPr wrap="square" lIns="0" tIns="0" rIns="0" bIns="0" rtlCol="0"/>
            <a:lstStyle/>
            <a:p>
              <a:endParaRPr sz="1950"/>
            </a:p>
          </p:txBody>
        </p:sp>
        <p:sp>
          <p:nvSpPr>
            <p:cNvPr id="53" name="object 53"/>
            <p:cNvSpPr/>
            <p:nvPr/>
          </p:nvSpPr>
          <p:spPr>
            <a:xfrm>
              <a:off x="1872869" y="722756"/>
              <a:ext cx="5747385" cy="540385"/>
            </a:xfrm>
            <a:custGeom>
              <a:avLst/>
              <a:gdLst/>
              <a:ahLst/>
              <a:cxnLst/>
              <a:rect l="l" t="t" r="r" b="b"/>
              <a:pathLst>
                <a:path w="5747384" h="540385">
                  <a:moveTo>
                    <a:pt x="0" y="540003"/>
                  </a:moveTo>
                  <a:lnTo>
                    <a:pt x="5747131" y="540003"/>
                  </a:lnTo>
                  <a:lnTo>
                    <a:pt x="5747131" y="0"/>
                  </a:lnTo>
                  <a:lnTo>
                    <a:pt x="0" y="0"/>
                  </a:lnTo>
                  <a:lnTo>
                    <a:pt x="0" y="540003"/>
                  </a:lnTo>
                  <a:close/>
                </a:path>
              </a:pathLst>
            </a:custGeom>
            <a:ln w="19050">
              <a:solidFill>
                <a:srgbClr val="B8CEE7"/>
              </a:solidFill>
            </a:ln>
          </p:spPr>
          <p:txBody>
            <a:bodyPr wrap="square" lIns="0" tIns="0" rIns="0" bIns="0" rtlCol="0"/>
            <a:lstStyle/>
            <a:p>
              <a:endParaRPr sz="1950"/>
            </a:p>
          </p:txBody>
        </p:sp>
        <p:pic>
          <p:nvPicPr>
            <p:cNvPr id="54" name="object 54" descr="A black background with a black square  Description automatically generated with medium confidence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945767" y="894334"/>
              <a:ext cx="297002" cy="196596"/>
            </a:xfrm>
            <a:prstGeom prst="rect">
              <a:avLst/>
            </a:prstGeom>
          </p:spPr>
        </p:pic>
      </p:grpSp>
      <p:sp>
        <p:nvSpPr>
          <p:cNvPr id="55" name="object 55"/>
          <p:cNvSpPr txBox="1"/>
          <p:nvPr/>
        </p:nvSpPr>
        <p:spPr>
          <a:xfrm>
            <a:off x="2561801" y="1429915"/>
            <a:ext cx="1518232" cy="514029"/>
          </a:xfrm>
          <a:prstGeom prst="rect">
            <a:avLst/>
          </a:prstGeom>
        </p:spPr>
        <p:txBody>
          <a:bodyPr vert="horz" wrap="square" lIns="0" tIns="13758" rIns="0" bIns="0" rtlCol="0">
            <a:spAutoFit/>
          </a:bodyPr>
          <a:lstStyle/>
          <a:p>
            <a:pPr marL="13758" marR="5503">
              <a:spcBef>
                <a:spcPts val="108"/>
              </a:spcBef>
            </a:pPr>
            <a:r>
              <a:rPr sz="1625" b="1" dirty="0">
                <a:solidFill>
                  <a:srgbClr val="4E84C4"/>
                </a:solidFill>
                <a:latin typeface="Calibri"/>
                <a:cs typeface="Calibri"/>
              </a:rPr>
              <a:t>Google</a:t>
            </a:r>
            <a:r>
              <a:rPr sz="1625" b="1" spc="-43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625" b="1" dirty="0">
                <a:solidFill>
                  <a:srgbClr val="4E84C4"/>
                </a:solidFill>
                <a:latin typeface="Calibri"/>
                <a:cs typeface="Calibri"/>
              </a:rPr>
              <a:t>Cloud</a:t>
            </a:r>
            <a:r>
              <a:rPr sz="1625" b="1" spc="-43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625" b="1" spc="-27" dirty="0">
                <a:solidFill>
                  <a:srgbClr val="4E84C4"/>
                </a:solidFill>
                <a:latin typeface="Calibri"/>
                <a:cs typeface="Calibri"/>
              </a:rPr>
              <a:t>Lab </a:t>
            </a:r>
            <a:r>
              <a:rPr sz="1625" b="1" dirty="0">
                <a:solidFill>
                  <a:srgbClr val="4E84C4"/>
                </a:solidFill>
                <a:latin typeface="Calibri"/>
                <a:cs typeface="Calibri"/>
              </a:rPr>
              <a:t>in</a:t>
            </a:r>
            <a:r>
              <a:rPr sz="1625" b="1" spc="-16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625" b="1" spc="-11" dirty="0">
                <a:solidFill>
                  <a:srgbClr val="4E84C4"/>
                </a:solidFill>
                <a:latin typeface="Calibri"/>
                <a:cs typeface="Calibri"/>
              </a:rPr>
              <a:t>Chennai</a:t>
            </a:r>
            <a:endParaRPr sz="1625">
              <a:latin typeface="Calibri"/>
              <a:cs typeface="Calibri"/>
            </a:endParaRPr>
          </a:p>
        </p:txBody>
      </p:sp>
      <p:sp>
        <p:nvSpPr>
          <p:cNvPr id="56" name="object 56"/>
          <p:cNvSpPr txBox="1"/>
          <p:nvPr/>
        </p:nvSpPr>
        <p:spPr>
          <a:xfrm>
            <a:off x="4691317" y="1457706"/>
            <a:ext cx="3462285" cy="464016"/>
          </a:xfrm>
          <a:prstGeom prst="rect">
            <a:avLst/>
          </a:prstGeom>
        </p:spPr>
        <p:txBody>
          <a:bodyPr vert="horz" wrap="square" lIns="0" tIns="13758" rIns="0" bIns="0" rtlCol="0">
            <a:spAutoFit/>
          </a:bodyPr>
          <a:lstStyle/>
          <a:p>
            <a:pPr marL="13758">
              <a:spcBef>
                <a:spcPts val="108"/>
              </a:spcBef>
            </a:pPr>
            <a:r>
              <a:rPr sz="975" b="1" dirty="0">
                <a:latin typeface="Calibri"/>
                <a:cs typeface="Calibri"/>
              </a:rPr>
              <a:t>TCS</a:t>
            </a:r>
            <a:r>
              <a:rPr sz="975" b="1" spc="-16" dirty="0">
                <a:latin typeface="Calibri"/>
                <a:cs typeface="Calibri"/>
              </a:rPr>
              <a:t> </a:t>
            </a:r>
            <a:r>
              <a:rPr sz="975" b="1" dirty="0">
                <a:latin typeface="Calibri"/>
                <a:cs typeface="Calibri"/>
              </a:rPr>
              <a:t>GCP</a:t>
            </a:r>
            <a:r>
              <a:rPr sz="975" b="1" spc="-27" dirty="0">
                <a:latin typeface="Calibri"/>
                <a:cs typeface="Calibri"/>
              </a:rPr>
              <a:t> </a:t>
            </a:r>
            <a:r>
              <a:rPr sz="975" b="1" spc="-11" dirty="0">
                <a:latin typeface="Calibri"/>
                <a:cs typeface="Calibri"/>
              </a:rPr>
              <a:t>Sandbox</a:t>
            </a:r>
            <a:endParaRPr sz="975">
              <a:latin typeface="Calibri"/>
              <a:cs typeface="Calibri"/>
            </a:endParaRPr>
          </a:p>
          <a:p>
            <a:pPr marL="13758"/>
            <a:r>
              <a:rPr sz="975" dirty="0">
                <a:latin typeface="Calibri"/>
                <a:cs typeface="Calibri"/>
              </a:rPr>
              <a:t>150+</a:t>
            </a:r>
            <a:r>
              <a:rPr sz="975" spc="-32" dirty="0">
                <a:latin typeface="Calibri"/>
                <a:cs typeface="Calibri"/>
              </a:rPr>
              <a:t> </a:t>
            </a:r>
            <a:r>
              <a:rPr sz="975" dirty="0">
                <a:latin typeface="Calibri"/>
                <a:cs typeface="Calibri"/>
              </a:rPr>
              <a:t>active</a:t>
            </a:r>
            <a:r>
              <a:rPr sz="975" spc="-11" dirty="0">
                <a:latin typeface="Calibri"/>
                <a:cs typeface="Calibri"/>
              </a:rPr>
              <a:t> </a:t>
            </a:r>
            <a:r>
              <a:rPr sz="975" dirty="0">
                <a:latin typeface="Calibri"/>
                <a:cs typeface="Calibri"/>
              </a:rPr>
              <a:t>projects</a:t>
            </a:r>
            <a:r>
              <a:rPr sz="975" spc="-27" dirty="0">
                <a:latin typeface="Calibri"/>
                <a:cs typeface="Calibri"/>
              </a:rPr>
              <a:t> </a:t>
            </a:r>
            <a:r>
              <a:rPr sz="975" dirty="0">
                <a:latin typeface="Calibri"/>
                <a:cs typeface="Calibri"/>
              </a:rPr>
              <a:t>on</a:t>
            </a:r>
            <a:r>
              <a:rPr sz="975" spc="-16" dirty="0">
                <a:latin typeface="Calibri"/>
                <a:cs typeface="Calibri"/>
              </a:rPr>
              <a:t> </a:t>
            </a:r>
            <a:r>
              <a:rPr sz="975" dirty="0">
                <a:latin typeface="Calibri"/>
                <a:cs typeface="Calibri"/>
              </a:rPr>
              <a:t>Google</a:t>
            </a:r>
            <a:r>
              <a:rPr sz="975" spc="-11" dirty="0">
                <a:latin typeface="Calibri"/>
                <a:cs typeface="Calibri"/>
              </a:rPr>
              <a:t> Sandbox </a:t>
            </a:r>
            <a:r>
              <a:rPr sz="975" dirty="0">
                <a:latin typeface="Calibri"/>
                <a:cs typeface="Calibri"/>
              </a:rPr>
              <a:t>|</a:t>
            </a:r>
            <a:r>
              <a:rPr sz="975" spc="-16" dirty="0">
                <a:latin typeface="Calibri"/>
                <a:cs typeface="Calibri"/>
              </a:rPr>
              <a:t> </a:t>
            </a:r>
            <a:r>
              <a:rPr sz="975" dirty="0">
                <a:latin typeface="Calibri"/>
                <a:cs typeface="Calibri"/>
              </a:rPr>
              <a:t>GCP</a:t>
            </a:r>
            <a:r>
              <a:rPr sz="975" spc="-22" dirty="0">
                <a:latin typeface="Calibri"/>
                <a:cs typeface="Calibri"/>
              </a:rPr>
              <a:t> </a:t>
            </a:r>
            <a:r>
              <a:rPr sz="975" dirty="0">
                <a:latin typeface="Calibri"/>
                <a:cs typeface="Calibri"/>
              </a:rPr>
              <a:t>Cloud </a:t>
            </a:r>
            <a:r>
              <a:rPr sz="975" spc="-11" dirty="0">
                <a:latin typeface="Calibri"/>
                <a:cs typeface="Calibri"/>
              </a:rPr>
              <a:t>Management</a:t>
            </a:r>
            <a:r>
              <a:rPr sz="975" spc="11" dirty="0">
                <a:latin typeface="Calibri"/>
                <a:cs typeface="Calibri"/>
              </a:rPr>
              <a:t> </a:t>
            </a:r>
            <a:r>
              <a:rPr sz="975" spc="-54" dirty="0">
                <a:latin typeface="Calibri"/>
                <a:cs typeface="Calibri"/>
              </a:rPr>
              <a:t>|</a:t>
            </a:r>
            <a:endParaRPr sz="975">
              <a:latin typeface="Calibri"/>
              <a:cs typeface="Calibri"/>
            </a:endParaRPr>
          </a:p>
          <a:p>
            <a:pPr marL="13758"/>
            <a:r>
              <a:rPr sz="975" dirty="0">
                <a:latin typeface="Calibri"/>
                <a:cs typeface="Calibri"/>
              </a:rPr>
              <a:t>Access</a:t>
            </a:r>
            <a:r>
              <a:rPr sz="975" spc="-27" dirty="0">
                <a:latin typeface="Calibri"/>
                <a:cs typeface="Calibri"/>
              </a:rPr>
              <a:t> </a:t>
            </a:r>
            <a:r>
              <a:rPr sz="975" spc="-11" dirty="0">
                <a:latin typeface="Calibri"/>
                <a:cs typeface="Calibri"/>
              </a:rPr>
              <a:t>Management</a:t>
            </a:r>
            <a:r>
              <a:rPr sz="975" spc="5" dirty="0">
                <a:latin typeface="Calibri"/>
                <a:cs typeface="Calibri"/>
              </a:rPr>
              <a:t> </a:t>
            </a:r>
            <a:r>
              <a:rPr sz="975" dirty="0">
                <a:latin typeface="Calibri"/>
                <a:cs typeface="Calibri"/>
              </a:rPr>
              <a:t>|</a:t>
            </a:r>
            <a:r>
              <a:rPr sz="975" spc="-32" dirty="0">
                <a:latin typeface="Calibri"/>
                <a:cs typeface="Calibri"/>
              </a:rPr>
              <a:t> </a:t>
            </a:r>
            <a:r>
              <a:rPr sz="975" dirty="0">
                <a:latin typeface="Calibri"/>
                <a:cs typeface="Calibri"/>
              </a:rPr>
              <a:t>Budget</a:t>
            </a:r>
            <a:r>
              <a:rPr sz="975" spc="-11" dirty="0">
                <a:latin typeface="Calibri"/>
                <a:cs typeface="Calibri"/>
              </a:rPr>
              <a:t> </a:t>
            </a:r>
            <a:r>
              <a:rPr sz="975" dirty="0">
                <a:latin typeface="Calibri"/>
                <a:cs typeface="Calibri"/>
              </a:rPr>
              <a:t>Mgmt.</a:t>
            </a:r>
            <a:r>
              <a:rPr sz="975" spc="-11" dirty="0">
                <a:latin typeface="Calibri"/>
                <a:cs typeface="Calibri"/>
              </a:rPr>
              <a:t> </a:t>
            </a:r>
            <a:r>
              <a:rPr sz="975" dirty="0">
                <a:latin typeface="Calibri"/>
                <a:cs typeface="Calibri"/>
              </a:rPr>
              <a:t>|</a:t>
            </a:r>
            <a:r>
              <a:rPr sz="975" spc="-27" dirty="0">
                <a:latin typeface="Calibri"/>
                <a:cs typeface="Calibri"/>
              </a:rPr>
              <a:t> </a:t>
            </a:r>
            <a:r>
              <a:rPr sz="975" dirty="0">
                <a:latin typeface="Calibri"/>
                <a:cs typeface="Calibri"/>
              </a:rPr>
              <a:t>Security</a:t>
            </a:r>
            <a:r>
              <a:rPr sz="975" spc="5" dirty="0">
                <a:latin typeface="Calibri"/>
                <a:cs typeface="Calibri"/>
              </a:rPr>
              <a:t> </a:t>
            </a:r>
            <a:r>
              <a:rPr sz="975" dirty="0">
                <a:latin typeface="Calibri"/>
                <a:cs typeface="Calibri"/>
              </a:rPr>
              <a:t>&amp;</a:t>
            </a:r>
            <a:r>
              <a:rPr sz="975" spc="-38" dirty="0">
                <a:latin typeface="Calibri"/>
                <a:cs typeface="Calibri"/>
              </a:rPr>
              <a:t> </a:t>
            </a:r>
            <a:r>
              <a:rPr sz="975" spc="-11" dirty="0">
                <a:latin typeface="Calibri"/>
                <a:cs typeface="Calibri"/>
              </a:rPr>
              <a:t>Compliance</a:t>
            </a:r>
            <a:endParaRPr sz="975">
              <a:latin typeface="Calibri"/>
              <a:cs typeface="Calibri"/>
            </a:endParaRPr>
          </a:p>
        </p:txBody>
      </p:sp>
      <p:sp>
        <p:nvSpPr>
          <p:cNvPr id="57" name="object 57"/>
          <p:cNvSpPr/>
          <p:nvPr/>
        </p:nvSpPr>
        <p:spPr>
          <a:xfrm>
            <a:off x="42582" y="5313602"/>
            <a:ext cx="9863349" cy="293053"/>
          </a:xfrm>
          <a:custGeom>
            <a:avLst/>
            <a:gdLst/>
            <a:ahLst/>
            <a:cxnLst/>
            <a:rect l="l" t="t" r="r" b="b"/>
            <a:pathLst>
              <a:path w="9104630" h="270510">
                <a:moveTo>
                  <a:pt x="9104630" y="0"/>
                </a:moveTo>
                <a:lnTo>
                  <a:pt x="0" y="0"/>
                </a:lnTo>
                <a:lnTo>
                  <a:pt x="0" y="270002"/>
                </a:lnTo>
                <a:lnTo>
                  <a:pt x="9104630" y="270002"/>
                </a:lnTo>
                <a:lnTo>
                  <a:pt x="9104630" y="0"/>
                </a:lnTo>
                <a:close/>
              </a:path>
            </a:pathLst>
          </a:custGeom>
          <a:solidFill>
            <a:srgbClr val="7E7E7E"/>
          </a:solidFill>
        </p:spPr>
        <p:txBody>
          <a:bodyPr wrap="square" lIns="0" tIns="0" rIns="0" bIns="0" rtlCol="0"/>
          <a:lstStyle/>
          <a:p>
            <a:endParaRPr sz="1950"/>
          </a:p>
        </p:txBody>
      </p:sp>
      <p:sp>
        <p:nvSpPr>
          <p:cNvPr id="58" name="object 58"/>
          <p:cNvSpPr txBox="1"/>
          <p:nvPr/>
        </p:nvSpPr>
        <p:spPr>
          <a:xfrm>
            <a:off x="1908005" y="4811492"/>
            <a:ext cx="6168549" cy="746604"/>
          </a:xfrm>
          <a:prstGeom prst="rect">
            <a:avLst/>
          </a:prstGeom>
        </p:spPr>
        <p:txBody>
          <a:bodyPr vert="horz" wrap="square" lIns="0" tIns="13070" rIns="0" bIns="0" rtlCol="0">
            <a:spAutoFit/>
          </a:bodyPr>
          <a:lstStyle/>
          <a:p>
            <a:pPr marL="783513">
              <a:spcBef>
                <a:spcPts val="103"/>
              </a:spcBef>
            </a:pPr>
            <a:r>
              <a:rPr sz="1083" b="1" dirty="0">
                <a:latin typeface="Calibri"/>
                <a:cs typeface="Calibri"/>
              </a:rPr>
              <a:t>Cross</a:t>
            </a:r>
            <a:r>
              <a:rPr sz="1083" b="1" spc="-32" dirty="0">
                <a:latin typeface="Calibri"/>
                <a:cs typeface="Calibri"/>
              </a:rPr>
              <a:t> </a:t>
            </a:r>
            <a:r>
              <a:rPr sz="1083" b="1" dirty="0">
                <a:latin typeface="Calibri"/>
                <a:cs typeface="Calibri"/>
              </a:rPr>
              <a:t>Domain</a:t>
            </a:r>
            <a:r>
              <a:rPr sz="1083" b="1" spc="-38" dirty="0">
                <a:latin typeface="Calibri"/>
                <a:cs typeface="Calibri"/>
              </a:rPr>
              <a:t> </a:t>
            </a:r>
            <a:r>
              <a:rPr sz="1083" b="1" dirty="0">
                <a:latin typeface="Calibri"/>
                <a:cs typeface="Calibri"/>
              </a:rPr>
              <a:t>and</a:t>
            </a:r>
            <a:r>
              <a:rPr sz="1083" b="1" spc="-32" dirty="0">
                <a:latin typeface="Calibri"/>
                <a:cs typeface="Calibri"/>
              </a:rPr>
              <a:t> </a:t>
            </a:r>
            <a:r>
              <a:rPr sz="1083" b="1" dirty="0">
                <a:latin typeface="Calibri"/>
                <a:cs typeface="Calibri"/>
              </a:rPr>
              <a:t>Contextual</a:t>
            </a:r>
            <a:r>
              <a:rPr sz="1083" b="1" spc="-32" dirty="0">
                <a:latin typeface="Calibri"/>
                <a:cs typeface="Calibri"/>
              </a:rPr>
              <a:t> </a:t>
            </a:r>
            <a:r>
              <a:rPr sz="1083" b="1" spc="-11" dirty="0">
                <a:latin typeface="Calibri"/>
                <a:cs typeface="Calibri"/>
              </a:rPr>
              <a:t>Knowledge</a:t>
            </a:r>
            <a:endParaRPr sz="1083">
              <a:latin typeface="Calibri"/>
              <a:cs typeface="Calibri"/>
            </a:endParaRPr>
          </a:p>
          <a:p>
            <a:pPr marL="848175">
              <a:spcBef>
                <a:spcPts val="38"/>
              </a:spcBef>
            </a:pPr>
            <a:r>
              <a:rPr sz="1083" spc="-11" dirty="0">
                <a:latin typeface="Calibri"/>
                <a:cs typeface="Calibri"/>
              </a:rPr>
              <a:t>Uncovering</a:t>
            </a:r>
            <a:r>
              <a:rPr sz="1083" spc="5" dirty="0">
                <a:latin typeface="Calibri"/>
                <a:cs typeface="Calibri"/>
              </a:rPr>
              <a:t> </a:t>
            </a:r>
            <a:r>
              <a:rPr sz="1083" dirty="0">
                <a:latin typeface="Calibri"/>
                <a:cs typeface="Calibri"/>
              </a:rPr>
              <a:t>relevant</a:t>
            </a:r>
            <a:r>
              <a:rPr sz="1083" spc="11" dirty="0">
                <a:latin typeface="Calibri"/>
                <a:cs typeface="Calibri"/>
              </a:rPr>
              <a:t> </a:t>
            </a:r>
            <a:r>
              <a:rPr sz="1083" dirty="0">
                <a:latin typeface="Calibri"/>
                <a:cs typeface="Calibri"/>
              </a:rPr>
              <a:t>use cases</a:t>
            </a:r>
            <a:r>
              <a:rPr sz="1083" spc="5" dirty="0">
                <a:latin typeface="Calibri"/>
                <a:cs typeface="Calibri"/>
              </a:rPr>
              <a:t> </a:t>
            </a:r>
            <a:r>
              <a:rPr sz="1083" dirty="0">
                <a:latin typeface="Calibri"/>
                <a:cs typeface="Calibri"/>
              </a:rPr>
              <a:t>|</a:t>
            </a:r>
            <a:r>
              <a:rPr sz="1083" spc="-11" dirty="0">
                <a:latin typeface="Calibri"/>
                <a:cs typeface="Calibri"/>
              </a:rPr>
              <a:t> Anchoring </a:t>
            </a:r>
            <a:r>
              <a:rPr sz="1083" dirty="0">
                <a:latin typeface="Calibri"/>
                <a:cs typeface="Calibri"/>
              </a:rPr>
              <a:t>ideation</a:t>
            </a:r>
            <a:r>
              <a:rPr sz="1083" spc="-22" dirty="0">
                <a:latin typeface="Calibri"/>
                <a:cs typeface="Calibri"/>
              </a:rPr>
              <a:t> </a:t>
            </a:r>
            <a:r>
              <a:rPr sz="1083" dirty="0">
                <a:latin typeface="Calibri"/>
                <a:cs typeface="Calibri"/>
              </a:rPr>
              <a:t>and</a:t>
            </a:r>
            <a:r>
              <a:rPr sz="1083" spc="-16" dirty="0">
                <a:latin typeface="Calibri"/>
                <a:cs typeface="Calibri"/>
              </a:rPr>
              <a:t> </a:t>
            </a:r>
            <a:r>
              <a:rPr sz="1083" spc="-11" dirty="0">
                <a:latin typeface="Calibri"/>
                <a:cs typeface="Calibri"/>
              </a:rPr>
              <a:t>experimentation</a:t>
            </a:r>
            <a:r>
              <a:rPr sz="1083" spc="22" dirty="0">
                <a:latin typeface="Calibri"/>
                <a:cs typeface="Calibri"/>
              </a:rPr>
              <a:t> </a:t>
            </a:r>
            <a:r>
              <a:rPr sz="1083" dirty="0">
                <a:latin typeface="Calibri"/>
                <a:cs typeface="Calibri"/>
              </a:rPr>
              <a:t>in</a:t>
            </a:r>
            <a:r>
              <a:rPr sz="1083" spc="-11" dirty="0">
                <a:latin typeface="Calibri"/>
                <a:cs typeface="Calibri"/>
              </a:rPr>
              <a:t> reality</a:t>
            </a:r>
            <a:endParaRPr sz="1083">
              <a:latin typeface="Calibri"/>
              <a:cs typeface="Calibri"/>
            </a:endParaRPr>
          </a:p>
          <a:p>
            <a:pPr>
              <a:spcBef>
                <a:spcPts val="22"/>
              </a:spcBef>
            </a:pPr>
            <a:endParaRPr sz="1083">
              <a:latin typeface="Calibri"/>
              <a:cs typeface="Calibri"/>
            </a:endParaRPr>
          </a:p>
          <a:p>
            <a:pPr marL="13758"/>
            <a:r>
              <a:rPr sz="1517" b="1" dirty="0">
                <a:solidFill>
                  <a:srgbClr val="B8CEE7"/>
                </a:solidFill>
                <a:latin typeface="Calibri"/>
                <a:cs typeface="Calibri"/>
              </a:rPr>
              <a:t>TCS</a:t>
            </a:r>
            <a:r>
              <a:rPr sz="1517" b="1" spc="-27" dirty="0">
                <a:solidFill>
                  <a:srgbClr val="B8CEE7"/>
                </a:solidFill>
                <a:latin typeface="Calibri"/>
                <a:cs typeface="Calibri"/>
              </a:rPr>
              <a:t> </a:t>
            </a:r>
            <a:r>
              <a:rPr sz="1517" b="1" dirty="0">
                <a:solidFill>
                  <a:srgbClr val="B8CEE7"/>
                </a:solidFill>
                <a:latin typeface="Calibri"/>
                <a:cs typeface="Calibri"/>
              </a:rPr>
              <a:t>is #1</a:t>
            </a:r>
            <a:r>
              <a:rPr sz="1517" b="1" spc="-5" dirty="0">
                <a:solidFill>
                  <a:srgbClr val="B8CEE7"/>
                </a:solidFill>
                <a:latin typeface="Calibri"/>
                <a:cs typeface="Calibri"/>
              </a:rPr>
              <a:t> </a:t>
            </a:r>
            <a:r>
              <a:rPr sz="1517" b="1" dirty="0">
                <a:solidFill>
                  <a:srgbClr val="B8CEE7"/>
                </a:solidFill>
                <a:latin typeface="Calibri"/>
                <a:cs typeface="Calibri"/>
              </a:rPr>
              <a:t>GSI</a:t>
            </a:r>
            <a:r>
              <a:rPr sz="1517" b="1" spc="-16" dirty="0">
                <a:solidFill>
                  <a:srgbClr val="B8CEE7"/>
                </a:solidFill>
                <a:latin typeface="Calibri"/>
                <a:cs typeface="Calibri"/>
              </a:rPr>
              <a:t> </a:t>
            </a:r>
            <a:r>
              <a:rPr sz="1517" b="1" dirty="0">
                <a:solidFill>
                  <a:srgbClr val="B8CEE7"/>
                </a:solidFill>
                <a:latin typeface="Calibri"/>
                <a:cs typeface="Calibri"/>
              </a:rPr>
              <a:t>in</a:t>
            </a:r>
            <a:r>
              <a:rPr sz="1517" b="1" spc="-16" dirty="0">
                <a:solidFill>
                  <a:srgbClr val="B8CEE7"/>
                </a:solidFill>
                <a:latin typeface="Calibri"/>
                <a:cs typeface="Calibri"/>
              </a:rPr>
              <a:t> </a:t>
            </a:r>
            <a:r>
              <a:rPr sz="1517" b="1" spc="-11" dirty="0">
                <a:solidFill>
                  <a:srgbClr val="B8CEE7"/>
                </a:solidFill>
                <a:latin typeface="Calibri"/>
                <a:cs typeface="Calibri"/>
              </a:rPr>
              <a:t>Specialization,</a:t>
            </a:r>
            <a:r>
              <a:rPr sz="1517" b="1" spc="-49" dirty="0">
                <a:solidFill>
                  <a:srgbClr val="B8CEE7"/>
                </a:solidFill>
                <a:latin typeface="Calibri"/>
                <a:cs typeface="Calibri"/>
              </a:rPr>
              <a:t> </a:t>
            </a:r>
            <a:r>
              <a:rPr sz="1517" b="1" dirty="0">
                <a:solidFill>
                  <a:srgbClr val="B8CEE7"/>
                </a:solidFill>
                <a:latin typeface="Calibri"/>
                <a:cs typeface="Calibri"/>
              </a:rPr>
              <a:t>Launch</a:t>
            </a:r>
            <a:r>
              <a:rPr sz="1517" b="1" spc="-27" dirty="0">
                <a:solidFill>
                  <a:srgbClr val="B8CEE7"/>
                </a:solidFill>
                <a:latin typeface="Calibri"/>
                <a:cs typeface="Calibri"/>
              </a:rPr>
              <a:t> </a:t>
            </a:r>
            <a:r>
              <a:rPr sz="1517" b="1" spc="-11" dirty="0">
                <a:solidFill>
                  <a:srgbClr val="B8CEE7"/>
                </a:solidFill>
                <a:latin typeface="Calibri"/>
                <a:cs typeface="Calibri"/>
              </a:rPr>
              <a:t>Partner</a:t>
            </a:r>
            <a:r>
              <a:rPr sz="1517" b="1" spc="-43" dirty="0">
                <a:solidFill>
                  <a:srgbClr val="B8CEE7"/>
                </a:solidFill>
                <a:latin typeface="Calibri"/>
                <a:cs typeface="Calibri"/>
              </a:rPr>
              <a:t> </a:t>
            </a:r>
            <a:r>
              <a:rPr sz="1517" b="1" dirty="0">
                <a:solidFill>
                  <a:srgbClr val="B8CEE7"/>
                </a:solidFill>
                <a:latin typeface="Calibri"/>
                <a:cs typeface="Calibri"/>
              </a:rPr>
              <a:t>for</a:t>
            </a:r>
            <a:r>
              <a:rPr sz="1517" b="1" spc="-16" dirty="0">
                <a:solidFill>
                  <a:srgbClr val="B8CEE7"/>
                </a:solidFill>
                <a:latin typeface="Calibri"/>
                <a:cs typeface="Calibri"/>
              </a:rPr>
              <a:t> </a:t>
            </a:r>
            <a:r>
              <a:rPr sz="1517" b="1" dirty="0">
                <a:solidFill>
                  <a:srgbClr val="B8CEE7"/>
                </a:solidFill>
                <a:latin typeface="Calibri"/>
                <a:cs typeface="Calibri"/>
              </a:rPr>
              <a:t>Google</a:t>
            </a:r>
            <a:r>
              <a:rPr sz="1517" b="1" spc="-32" dirty="0">
                <a:solidFill>
                  <a:srgbClr val="B8CEE7"/>
                </a:solidFill>
                <a:latin typeface="Calibri"/>
                <a:cs typeface="Calibri"/>
              </a:rPr>
              <a:t> </a:t>
            </a:r>
            <a:r>
              <a:rPr sz="1517" b="1" dirty="0">
                <a:solidFill>
                  <a:srgbClr val="B8CEE7"/>
                </a:solidFill>
                <a:latin typeface="Calibri"/>
                <a:cs typeface="Calibri"/>
              </a:rPr>
              <a:t>Cloud</a:t>
            </a:r>
            <a:r>
              <a:rPr sz="1517" b="1" spc="-27" dirty="0">
                <a:solidFill>
                  <a:srgbClr val="B8CEE7"/>
                </a:solidFill>
                <a:latin typeface="Calibri"/>
                <a:cs typeface="Calibri"/>
              </a:rPr>
              <a:t> </a:t>
            </a:r>
            <a:r>
              <a:rPr sz="1517" b="1" spc="-11" dirty="0">
                <a:solidFill>
                  <a:srgbClr val="B8CEE7"/>
                </a:solidFill>
                <a:latin typeface="Calibri"/>
                <a:cs typeface="Calibri"/>
              </a:rPr>
              <a:t>Generative</a:t>
            </a:r>
            <a:r>
              <a:rPr sz="1517" b="1" spc="-60" dirty="0">
                <a:solidFill>
                  <a:srgbClr val="B8CEE7"/>
                </a:solidFill>
                <a:latin typeface="Calibri"/>
                <a:cs typeface="Calibri"/>
              </a:rPr>
              <a:t> </a:t>
            </a:r>
            <a:r>
              <a:rPr sz="1517" b="1" spc="-27" dirty="0">
                <a:solidFill>
                  <a:srgbClr val="B8CEE7"/>
                </a:solidFill>
                <a:latin typeface="Calibri"/>
                <a:cs typeface="Calibri"/>
              </a:rPr>
              <a:t>AI</a:t>
            </a:r>
            <a:endParaRPr sz="1517">
              <a:latin typeface="Calibri"/>
              <a:cs typeface="Calibri"/>
            </a:endParaRPr>
          </a:p>
        </p:txBody>
      </p:sp>
      <p:sp>
        <p:nvSpPr>
          <p:cNvPr id="59" name="object 59"/>
          <p:cNvSpPr txBox="1"/>
          <p:nvPr/>
        </p:nvSpPr>
        <p:spPr>
          <a:xfrm>
            <a:off x="8825214" y="329252"/>
            <a:ext cx="1080717" cy="218747"/>
          </a:xfrm>
          <a:prstGeom prst="rect">
            <a:avLst/>
          </a:prstGeom>
          <a:solidFill>
            <a:srgbClr val="998900"/>
          </a:solidFill>
        </p:spPr>
        <p:txBody>
          <a:bodyPr vert="horz" wrap="square" lIns="0" tIns="43339" rIns="0" bIns="0" rtlCol="0">
            <a:spAutoFit/>
          </a:bodyPr>
          <a:lstStyle/>
          <a:p>
            <a:pPr marL="111439">
              <a:spcBef>
                <a:spcPts val="341"/>
              </a:spcBef>
            </a:pPr>
            <a:r>
              <a:rPr sz="1137" dirty="0">
                <a:solidFill>
                  <a:srgbClr val="FFFFFF"/>
                </a:solidFill>
                <a:latin typeface="Calibri"/>
                <a:cs typeface="Calibri"/>
              </a:rPr>
              <a:t>@TCS</a:t>
            </a:r>
            <a:r>
              <a:rPr sz="1137" spc="-2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37" spc="-11" dirty="0">
                <a:solidFill>
                  <a:srgbClr val="FFFFFF"/>
                </a:solidFill>
                <a:latin typeface="Calibri"/>
                <a:cs typeface="Calibri"/>
              </a:rPr>
              <a:t>Chennai</a:t>
            </a:r>
            <a:endParaRPr sz="1137">
              <a:latin typeface="Calibri"/>
              <a:cs typeface="Calibri"/>
            </a:endParaRPr>
          </a:p>
        </p:txBody>
      </p:sp>
      <p:pic>
        <p:nvPicPr>
          <p:cNvPr id="61" name="Picture 60">
            <a:extLst>
              <a:ext uri="{FF2B5EF4-FFF2-40B4-BE49-F238E27FC236}">
                <a16:creationId xmlns:a16="http://schemas.microsoft.com/office/drawing/2014/main" id="{138392EE-8083-3473-BC9C-A8343E8F41F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9882" y="6252266"/>
            <a:ext cx="1292464" cy="31092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object 3"/>
          <p:cNvGrpSpPr/>
          <p:nvPr/>
        </p:nvGrpSpPr>
        <p:grpSpPr>
          <a:xfrm>
            <a:off x="136097" y="1767704"/>
            <a:ext cx="4596218" cy="4787117"/>
            <a:chOff x="125628" y="1038246"/>
            <a:chExt cx="3989704" cy="4036695"/>
          </a:xfrm>
        </p:grpSpPr>
        <p:pic>
          <p:nvPicPr>
            <p:cNvPr id="4" name="object 4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85750" y="4733059"/>
              <a:ext cx="1266901" cy="302525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35153" y="1047771"/>
              <a:ext cx="3970642" cy="401764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130390" y="1043009"/>
              <a:ext cx="3980179" cy="4027170"/>
            </a:xfrm>
            <a:custGeom>
              <a:avLst/>
              <a:gdLst/>
              <a:ahLst/>
              <a:cxnLst/>
              <a:rect l="l" t="t" r="r" b="b"/>
              <a:pathLst>
                <a:path w="3980179" h="4027170">
                  <a:moveTo>
                    <a:pt x="0" y="4027170"/>
                  </a:moveTo>
                  <a:lnTo>
                    <a:pt x="3980179" y="4027170"/>
                  </a:lnTo>
                  <a:lnTo>
                    <a:pt x="3980179" y="0"/>
                  </a:lnTo>
                  <a:lnTo>
                    <a:pt x="0" y="0"/>
                  </a:lnTo>
                  <a:lnTo>
                    <a:pt x="0" y="4027170"/>
                  </a:lnTo>
                  <a:close/>
                </a:path>
              </a:pathLst>
            </a:custGeom>
            <a:ln w="9525">
              <a:solidFill>
                <a:srgbClr val="7E7E7E"/>
              </a:solidFill>
            </a:ln>
          </p:spPr>
          <p:txBody>
            <a:bodyPr wrap="square" lIns="0" tIns="0" rIns="0" bIns="0" rtlCol="0"/>
            <a:lstStyle/>
            <a:p>
              <a:endParaRPr sz="1950"/>
            </a:p>
          </p:txBody>
        </p:sp>
      </p:grp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05745" y="620328"/>
            <a:ext cx="8644584" cy="363988"/>
          </a:xfrm>
          <a:prstGeom prst="rect">
            <a:avLst/>
          </a:prstGeom>
        </p:spPr>
        <p:txBody>
          <a:bodyPr vert="horz" wrap="square" lIns="0" tIns="13758" rIns="0" bIns="0" rtlCol="0" anchor="ctr">
            <a:spAutoFit/>
          </a:bodyPr>
          <a:lstStyle/>
          <a:p>
            <a:pPr marL="13758">
              <a:spcBef>
                <a:spcPts val="108"/>
              </a:spcBef>
            </a:pPr>
            <a:r>
              <a:rPr sz="2275" dirty="0">
                <a:solidFill>
                  <a:srgbClr val="007DC5"/>
                </a:solidFill>
                <a:latin typeface="Calibri (MS)"/>
                <a:cs typeface="Calibri (MS)"/>
              </a:rPr>
              <a:t>BFSI Intelligent Xperience - IBM RedHat GenAI Experience Center</a:t>
            </a:r>
          </a:p>
        </p:txBody>
      </p:sp>
      <p:grpSp>
        <p:nvGrpSpPr>
          <p:cNvPr id="8" name="object 8"/>
          <p:cNvGrpSpPr/>
          <p:nvPr/>
        </p:nvGrpSpPr>
        <p:grpSpPr>
          <a:xfrm>
            <a:off x="5114385" y="1380130"/>
            <a:ext cx="4645501" cy="3576202"/>
            <a:chOff x="4720971" y="498729"/>
            <a:chExt cx="4288155" cy="3301110"/>
          </a:xfrm>
        </p:grpSpPr>
        <p:pic>
          <p:nvPicPr>
            <p:cNvPr id="9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4892639" y="498729"/>
              <a:ext cx="3903483" cy="2048828"/>
            </a:xfrm>
            <a:prstGeom prst="rect">
              <a:avLst/>
            </a:prstGeom>
          </p:spPr>
        </p:pic>
        <p:sp>
          <p:nvSpPr>
            <p:cNvPr id="10" name="object 10"/>
            <p:cNvSpPr/>
            <p:nvPr/>
          </p:nvSpPr>
          <p:spPr>
            <a:xfrm>
              <a:off x="4720971" y="2332354"/>
              <a:ext cx="4288155" cy="1467485"/>
            </a:xfrm>
            <a:custGeom>
              <a:avLst/>
              <a:gdLst/>
              <a:ahLst/>
              <a:cxnLst/>
              <a:rect l="l" t="t" r="r" b="b"/>
              <a:pathLst>
                <a:path w="4288155" h="1467485">
                  <a:moveTo>
                    <a:pt x="0" y="1466977"/>
                  </a:moveTo>
                  <a:lnTo>
                    <a:pt x="4287901" y="1466977"/>
                  </a:lnTo>
                  <a:lnTo>
                    <a:pt x="4287901" y="0"/>
                  </a:lnTo>
                  <a:lnTo>
                    <a:pt x="0" y="0"/>
                  </a:lnTo>
                  <a:lnTo>
                    <a:pt x="0" y="1466977"/>
                  </a:lnTo>
                  <a:close/>
                </a:path>
              </a:pathLst>
            </a:custGeom>
            <a:ln w="9525">
              <a:solidFill>
                <a:srgbClr val="355E29"/>
              </a:solidFill>
            </a:ln>
          </p:spPr>
          <p:txBody>
            <a:bodyPr wrap="square" lIns="0" tIns="0" rIns="0" bIns="0" rtlCol="0"/>
            <a:lstStyle/>
            <a:p>
              <a:endParaRPr sz="1950"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body" idx="1"/>
          </p:nvPr>
        </p:nvSpPr>
        <p:spPr>
          <a:xfrm>
            <a:off x="5222819" y="3462401"/>
            <a:ext cx="4829175" cy="1398084"/>
          </a:xfrm>
          <a:prstGeom prst="rect">
            <a:avLst/>
          </a:prstGeom>
        </p:spPr>
        <p:txBody>
          <a:bodyPr vert="horz" wrap="square" lIns="0" tIns="28203" rIns="0" bIns="0" rtlCol="0">
            <a:spAutoFit/>
          </a:bodyPr>
          <a:lstStyle/>
          <a:p>
            <a:pPr marL="370776" indent="-370776">
              <a:spcBef>
                <a:spcPts val="221"/>
              </a:spcBef>
              <a:buFont typeface="Wingdings"/>
              <a:buChar char=""/>
              <a:tabLst>
                <a:tab pos="370776" algn="l"/>
              </a:tabLst>
            </a:pPr>
            <a:r>
              <a:rPr sz="1200" spc="-11" dirty="0"/>
              <a:t>Intelligent</a:t>
            </a:r>
            <a:r>
              <a:rPr sz="1200" spc="-5" dirty="0"/>
              <a:t> </a:t>
            </a:r>
            <a:r>
              <a:rPr sz="1200" spc="-11" dirty="0"/>
              <a:t>Automation</a:t>
            </a:r>
            <a:r>
              <a:rPr sz="1200" dirty="0"/>
              <a:t> to</a:t>
            </a:r>
            <a:r>
              <a:rPr sz="1200" spc="27" dirty="0"/>
              <a:t> </a:t>
            </a:r>
            <a:r>
              <a:rPr sz="1200" spc="-11" dirty="0"/>
              <a:t>optimize</a:t>
            </a:r>
            <a:r>
              <a:rPr sz="1200" spc="-5" dirty="0"/>
              <a:t> </a:t>
            </a:r>
            <a:r>
              <a:rPr sz="1200" dirty="0"/>
              <a:t>hybrid</a:t>
            </a:r>
            <a:r>
              <a:rPr sz="1200" spc="-22" dirty="0"/>
              <a:t> Cloud</a:t>
            </a:r>
          </a:p>
          <a:p>
            <a:pPr marL="370776" indent="-370776">
              <a:spcBef>
                <a:spcPts val="119"/>
              </a:spcBef>
              <a:buFont typeface="Wingdings"/>
              <a:buChar char=""/>
              <a:tabLst>
                <a:tab pos="370776" algn="l"/>
              </a:tabLst>
            </a:pPr>
            <a:r>
              <a:rPr sz="1200" dirty="0"/>
              <a:t>Financial</a:t>
            </a:r>
            <a:r>
              <a:rPr sz="1200" spc="-5" dirty="0"/>
              <a:t> </a:t>
            </a:r>
            <a:r>
              <a:rPr sz="1200" spc="-11" dirty="0"/>
              <a:t>Operations Optimization</a:t>
            </a:r>
          </a:p>
          <a:p>
            <a:pPr marL="370776" indent="-370776">
              <a:spcBef>
                <a:spcPts val="103"/>
              </a:spcBef>
              <a:buFont typeface="Wingdings"/>
              <a:buChar char=""/>
              <a:tabLst>
                <a:tab pos="370776" algn="l"/>
              </a:tabLst>
            </a:pPr>
            <a:r>
              <a:rPr sz="1200" dirty="0"/>
              <a:t>GenAI</a:t>
            </a:r>
            <a:r>
              <a:rPr sz="1200" spc="-27" dirty="0"/>
              <a:t> </a:t>
            </a:r>
            <a:r>
              <a:rPr sz="1200" dirty="0"/>
              <a:t>solutions</a:t>
            </a:r>
            <a:r>
              <a:rPr sz="1200" spc="-32" dirty="0"/>
              <a:t> </a:t>
            </a:r>
            <a:r>
              <a:rPr sz="1200" dirty="0"/>
              <a:t>via</a:t>
            </a:r>
            <a:r>
              <a:rPr sz="1200" spc="-38" dirty="0"/>
              <a:t> </a:t>
            </a:r>
            <a:r>
              <a:rPr sz="1200" spc="-11" dirty="0"/>
              <a:t>Watsonx</a:t>
            </a:r>
          </a:p>
          <a:p>
            <a:pPr marL="370776" indent="-370776">
              <a:spcBef>
                <a:spcPts val="119"/>
              </a:spcBef>
              <a:buFont typeface="Wingdings"/>
              <a:buChar char=""/>
              <a:tabLst>
                <a:tab pos="370776" algn="l"/>
              </a:tabLst>
            </a:pPr>
            <a:r>
              <a:rPr sz="1200" spc="-11" dirty="0"/>
              <a:t>Mainframe</a:t>
            </a:r>
            <a:r>
              <a:rPr sz="1200" spc="11" dirty="0"/>
              <a:t> </a:t>
            </a:r>
            <a:r>
              <a:rPr sz="1200" spc="-11" dirty="0"/>
              <a:t>modernization</a:t>
            </a:r>
          </a:p>
          <a:p>
            <a:pPr marL="409298" indent="-409298">
              <a:spcBef>
                <a:spcPts val="103"/>
              </a:spcBef>
              <a:buFont typeface="Wingdings"/>
              <a:buChar char=""/>
              <a:tabLst>
                <a:tab pos="409298" algn="l"/>
              </a:tabLst>
            </a:pPr>
            <a:r>
              <a:rPr sz="1200" spc="-11" dirty="0"/>
              <a:t>Watsonx</a:t>
            </a:r>
            <a:r>
              <a:rPr sz="1200" spc="-49" dirty="0"/>
              <a:t> </a:t>
            </a:r>
            <a:r>
              <a:rPr sz="1200" dirty="0"/>
              <a:t>GenAI</a:t>
            </a:r>
            <a:r>
              <a:rPr sz="1200" spc="-32" dirty="0"/>
              <a:t> </a:t>
            </a:r>
            <a:r>
              <a:rPr sz="1200" spc="-11" dirty="0"/>
              <a:t>Solutions</a:t>
            </a:r>
          </a:p>
          <a:p>
            <a:pPr marL="370776" indent="-370776">
              <a:spcBef>
                <a:spcPts val="108"/>
              </a:spcBef>
              <a:buFont typeface="Wingdings"/>
              <a:buChar char=""/>
              <a:tabLst>
                <a:tab pos="370776" algn="l"/>
              </a:tabLst>
            </a:pPr>
            <a:r>
              <a:rPr sz="1200" dirty="0"/>
              <a:t>IBM</a:t>
            </a:r>
            <a:r>
              <a:rPr sz="1200" spc="-22" dirty="0"/>
              <a:t> </a:t>
            </a:r>
            <a:r>
              <a:rPr sz="1200" dirty="0"/>
              <a:t>Cloud</a:t>
            </a:r>
            <a:r>
              <a:rPr sz="1200" spc="-16" dirty="0"/>
              <a:t> </a:t>
            </a:r>
            <a:r>
              <a:rPr sz="1200" dirty="0"/>
              <a:t>–</a:t>
            </a:r>
            <a:r>
              <a:rPr sz="1200" spc="-5" dirty="0"/>
              <a:t> </a:t>
            </a:r>
            <a:r>
              <a:rPr sz="1200" dirty="0"/>
              <a:t>AS400</a:t>
            </a:r>
            <a:r>
              <a:rPr sz="1200" spc="-5" dirty="0"/>
              <a:t> </a:t>
            </a:r>
            <a:r>
              <a:rPr sz="1200" dirty="0"/>
              <a:t>/</a:t>
            </a:r>
            <a:r>
              <a:rPr sz="1200" spc="-16" dirty="0"/>
              <a:t> </a:t>
            </a:r>
            <a:r>
              <a:rPr sz="1200" dirty="0"/>
              <a:t>AIX</a:t>
            </a:r>
            <a:r>
              <a:rPr sz="1200" spc="5" dirty="0"/>
              <a:t> </a:t>
            </a:r>
            <a:r>
              <a:rPr sz="1200" dirty="0"/>
              <a:t>on</a:t>
            </a:r>
            <a:r>
              <a:rPr sz="1200" spc="-16" dirty="0"/>
              <a:t> </a:t>
            </a:r>
            <a:r>
              <a:rPr sz="1200" dirty="0"/>
              <a:t>Cloud,</a:t>
            </a:r>
            <a:r>
              <a:rPr sz="1200" spc="-32" dirty="0"/>
              <a:t> </a:t>
            </a:r>
            <a:r>
              <a:rPr sz="1200" spc="-11" dirty="0"/>
              <a:t>VMWare</a:t>
            </a:r>
            <a:r>
              <a:rPr sz="1200" spc="-38" dirty="0"/>
              <a:t> </a:t>
            </a:r>
            <a:r>
              <a:rPr sz="1200" dirty="0"/>
              <a:t>on</a:t>
            </a:r>
            <a:r>
              <a:rPr sz="1200" spc="-16" dirty="0"/>
              <a:t> </a:t>
            </a:r>
            <a:r>
              <a:rPr sz="1200" spc="-22" dirty="0"/>
              <a:t>Cloud</a:t>
            </a:r>
          </a:p>
          <a:p>
            <a:pPr marL="370776" indent="-370776">
              <a:spcBef>
                <a:spcPts val="114"/>
              </a:spcBef>
              <a:buFont typeface="Wingdings"/>
              <a:buChar char=""/>
              <a:tabLst>
                <a:tab pos="370776" algn="l"/>
              </a:tabLst>
            </a:pPr>
            <a:r>
              <a:rPr sz="1200" spc="-11" dirty="0"/>
              <a:t>RedHat, </a:t>
            </a:r>
            <a:r>
              <a:rPr sz="1200" dirty="0"/>
              <a:t>Ansible</a:t>
            </a:r>
            <a:r>
              <a:rPr sz="1200" spc="-5" dirty="0"/>
              <a:t> </a:t>
            </a:r>
            <a:r>
              <a:rPr sz="1200" dirty="0"/>
              <a:t>and</a:t>
            </a:r>
            <a:r>
              <a:rPr sz="1200" spc="-22" dirty="0"/>
              <a:t> </a:t>
            </a:r>
            <a:r>
              <a:rPr sz="1200" dirty="0"/>
              <a:t>OpenShift</a:t>
            </a:r>
            <a:r>
              <a:rPr sz="1200" spc="-38" dirty="0"/>
              <a:t> </a:t>
            </a:r>
            <a:r>
              <a:rPr sz="1200" spc="-11" dirty="0"/>
              <a:t>related</a:t>
            </a:r>
            <a:r>
              <a:rPr sz="1200" spc="-32" dirty="0"/>
              <a:t> </a:t>
            </a:r>
            <a:r>
              <a:rPr sz="1200" spc="-11" dirty="0"/>
              <a:t>Entities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254321" y="1081404"/>
            <a:ext cx="8955987" cy="346494"/>
          </a:xfrm>
          <a:prstGeom prst="rect">
            <a:avLst/>
          </a:prstGeom>
        </p:spPr>
        <p:txBody>
          <a:bodyPr vert="horz" wrap="square" lIns="0" tIns="13070" rIns="0" bIns="0" rtlCol="0">
            <a:spAutoFit/>
          </a:bodyPr>
          <a:lstStyle/>
          <a:p>
            <a:pPr marL="13758" marR="5503">
              <a:spcBef>
                <a:spcPts val="103"/>
              </a:spcBef>
            </a:pP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Designed with</a:t>
            </a:r>
            <a:r>
              <a:rPr sz="1083" spc="5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a goal</a:t>
            </a:r>
            <a:r>
              <a:rPr sz="1083" spc="-5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of</a:t>
            </a:r>
            <a:r>
              <a:rPr sz="1083" spc="-5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creating a personalized</a:t>
            </a:r>
            <a:r>
              <a:rPr sz="1083" spc="5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experience</a:t>
            </a:r>
            <a:r>
              <a:rPr sz="1083" spc="11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by demonstrating</a:t>
            </a:r>
            <a:r>
              <a:rPr sz="1083" spc="5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cutting – edge</a:t>
            </a:r>
            <a:r>
              <a:rPr sz="1083" spc="-5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solutions,</a:t>
            </a:r>
            <a:r>
              <a:rPr sz="1083" spc="11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the</a:t>
            </a:r>
            <a:r>
              <a:rPr sz="1083" spc="-5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IBM</a:t>
            </a:r>
            <a:r>
              <a:rPr sz="1083" spc="-5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Redhat</a:t>
            </a:r>
            <a:r>
              <a:rPr sz="1083" spc="5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GenAI Experience</a:t>
            </a:r>
            <a:r>
              <a:rPr sz="1083" spc="11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Center is</a:t>
            </a:r>
            <a:r>
              <a:rPr sz="1083" spc="5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an </a:t>
            </a:r>
            <a:r>
              <a:rPr sz="1083" spc="-11" dirty="0">
                <a:solidFill>
                  <a:srgbClr val="4E84C4"/>
                </a:solidFill>
                <a:latin typeface="Calibri"/>
                <a:cs typeface="Calibri"/>
              </a:rPr>
              <a:t>exclusive </a:t>
            </a: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space</a:t>
            </a:r>
            <a:r>
              <a:rPr sz="1083" spc="-38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to</a:t>
            </a:r>
            <a:r>
              <a:rPr sz="1083" spc="-22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encourage</a:t>
            </a:r>
            <a:r>
              <a:rPr sz="1083" spc="-27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open</a:t>
            </a:r>
            <a:r>
              <a:rPr sz="1083" spc="-22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spc="-11" dirty="0">
                <a:solidFill>
                  <a:srgbClr val="4E84C4"/>
                </a:solidFill>
                <a:latin typeface="Calibri"/>
                <a:cs typeface="Calibri"/>
              </a:rPr>
              <a:t>conversations</a:t>
            </a:r>
            <a:r>
              <a:rPr sz="1083" spc="-27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resulting</a:t>
            </a:r>
            <a:r>
              <a:rPr sz="1083" spc="-11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in</a:t>
            </a:r>
            <a:r>
              <a:rPr sz="1083" spc="-32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improved</a:t>
            </a:r>
            <a:r>
              <a:rPr sz="1083" spc="-11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customer</a:t>
            </a:r>
            <a:r>
              <a:rPr sz="1083" spc="-5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spc="-11" dirty="0">
                <a:solidFill>
                  <a:srgbClr val="4E84C4"/>
                </a:solidFill>
                <a:latin typeface="Calibri"/>
                <a:cs typeface="Calibri"/>
              </a:rPr>
              <a:t>satisfaction.</a:t>
            </a:r>
            <a:endParaRPr sz="1083" dirty="0">
              <a:latin typeface="Calibri"/>
              <a:cs typeface="Calibri"/>
            </a:endParaRPr>
          </a:p>
        </p:txBody>
      </p:sp>
      <p:pic>
        <p:nvPicPr>
          <p:cNvPr id="13" name="object 13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4915977" y="5300747"/>
            <a:ext cx="4885193" cy="683197"/>
          </a:xfrm>
          <a:prstGeom prst="rect">
            <a:avLst/>
          </a:prstGeom>
        </p:spPr>
      </p:pic>
      <p:sp>
        <p:nvSpPr>
          <p:cNvPr id="14" name="object 14"/>
          <p:cNvSpPr/>
          <p:nvPr/>
        </p:nvSpPr>
        <p:spPr>
          <a:xfrm>
            <a:off x="4732315" y="3366557"/>
            <a:ext cx="382482" cy="1589775"/>
          </a:xfrm>
          <a:custGeom>
            <a:avLst/>
            <a:gdLst/>
            <a:ahLst/>
            <a:cxnLst/>
            <a:rect l="l" t="t" r="r" b="b"/>
            <a:pathLst>
              <a:path w="353060" h="1467485">
                <a:moveTo>
                  <a:pt x="352717" y="0"/>
                </a:moveTo>
                <a:lnTo>
                  <a:pt x="0" y="0"/>
                </a:lnTo>
                <a:lnTo>
                  <a:pt x="0" y="1466977"/>
                </a:lnTo>
                <a:lnTo>
                  <a:pt x="352717" y="1466977"/>
                </a:lnTo>
                <a:lnTo>
                  <a:pt x="352717" y="0"/>
                </a:lnTo>
                <a:close/>
              </a:path>
            </a:pathLst>
          </a:custGeom>
          <a:solidFill>
            <a:srgbClr val="404040"/>
          </a:solidFill>
        </p:spPr>
        <p:txBody>
          <a:bodyPr wrap="square" lIns="0" tIns="0" rIns="0" bIns="0" rtlCol="0"/>
          <a:lstStyle/>
          <a:p>
            <a:endParaRPr sz="1950"/>
          </a:p>
        </p:txBody>
      </p:sp>
      <p:sp>
        <p:nvSpPr>
          <p:cNvPr id="15" name="object 15"/>
          <p:cNvSpPr txBox="1"/>
          <p:nvPr/>
        </p:nvSpPr>
        <p:spPr>
          <a:xfrm>
            <a:off x="4809518" y="3573545"/>
            <a:ext cx="222177" cy="1126119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3758">
              <a:lnSpc>
                <a:spcPts val="1748"/>
              </a:lnSpc>
            </a:pPr>
            <a:r>
              <a:rPr sz="1733" b="1" dirty="0">
                <a:solidFill>
                  <a:srgbClr val="FFFFFF"/>
                </a:solidFill>
                <a:latin typeface="Calibri"/>
                <a:cs typeface="Calibri"/>
              </a:rPr>
              <a:t>Key</a:t>
            </a:r>
            <a:r>
              <a:rPr sz="1733" b="1" spc="-32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733" b="1" spc="-11" dirty="0">
                <a:solidFill>
                  <a:srgbClr val="FFFFFF"/>
                </a:solidFill>
                <a:latin typeface="Calibri"/>
                <a:cs typeface="Calibri"/>
              </a:rPr>
              <a:t>Themes</a:t>
            </a:r>
            <a:endParaRPr sz="1733" dirty="0">
              <a:latin typeface="Calibri"/>
              <a:cs typeface="Calibri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8836290" y="370450"/>
            <a:ext cx="1069710" cy="218052"/>
          </a:xfrm>
          <a:prstGeom prst="rect">
            <a:avLst/>
          </a:prstGeom>
          <a:solidFill>
            <a:srgbClr val="998900"/>
          </a:solidFill>
        </p:spPr>
        <p:txBody>
          <a:bodyPr vert="horz" wrap="square" lIns="0" tIns="42651" rIns="0" bIns="0" rtlCol="0">
            <a:spAutoFit/>
          </a:bodyPr>
          <a:lstStyle/>
          <a:p>
            <a:pPr marL="111439">
              <a:spcBef>
                <a:spcPts val="336"/>
              </a:spcBef>
            </a:pPr>
            <a:r>
              <a:rPr sz="1137" dirty="0">
                <a:solidFill>
                  <a:srgbClr val="FFFFFF"/>
                </a:solidFill>
                <a:latin typeface="Calibri"/>
                <a:cs typeface="Calibri"/>
              </a:rPr>
              <a:t>@TCS</a:t>
            </a:r>
            <a:r>
              <a:rPr sz="1137" spc="-27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37" spc="-11" dirty="0">
                <a:solidFill>
                  <a:srgbClr val="FFFFFF"/>
                </a:solidFill>
                <a:latin typeface="Calibri"/>
                <a:cs typeface="Calibri"/>
              </a:rPr>
              <a:t>Chennai</a:t>
            </a:r>
            <a:endParaRPr sz="1137" dirty="0">
              <a:latin typeface="Calibri"/>
              <a:cs typeface="Calibri"/>
            </a:endParaRP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F8D865B4-A6A0-95D0-8B57-9F99FAD8D04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99967" y="6243899"/>
            <a:ext cx="1292464" cy="31092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 descr="$PPTXTitle"/>
          <p:cNvSpPr txBox="1">
            <a:spLocks noGrp="1"/>
          </p:cNvSpPr>
          <p:nvPr>
            <p:ph type="title"/>
          </p:nvPr>
        </p:nvSpPr>
        <p:spPr>
          <a:xfrm>
            <a:off x="123478" y="541829"/>
            <a:ext cx="4829175" cy="363988"/>
          </a:xfrm>
          <a:prstGeom prst="rect">
            <a:avLst/>
          </a:prstGeom>
        </p:spPr>
        <p:txBody>
          <a:bodyPr vert="horz" wrap="square" lIns="0" tIns="13758" rIns="0" bIns="0" rtlCol="0" anchor="ctr">
            <a:spAutoFit/>
          </a:bodyPr>
          <a:lstStyle/>
          <a:p>
            <a:pPr marL="209808" algn="l">
              <a:spcBef>
                <a:spcPts val="108"/>
              </a:spcBef>
            </a:pPr>
            <a:r>
              <a:rPr sz="2275" dirty="0">
                <a:solidFill>
                  <a:srgbClr val="007DC5"/>
                </a:solidFill>
                <a:latin typeface="Calibri (MS)"/>
                <a:cs typeface="Calibri (MS)"/>
              </a:rPr>
              <a:t>BFSI Innovation Space</a:t>
            </a:r>
          </a:p>
        </p:txBody>
      </p:sp>
      <p:sp>
        <p:nvSpPr>
          <p:cNvPr id="7" name="object 7"/>
          <p:cNvSpPr txBox="1"/>
          <p:nvPr/>
        </p:nvSpPr>
        <p:spPr>
          <a:xfrm>
            <a:off x="8820097" y="315010"/>
            <a:ext cx="1080717" cy="218052"/>
          </a:xfrm>
          <a:prstGeom prst="rect">
            <a:avLst/>
          </a:prstGeom>
          <a:solidFill>
            <a:srgbClr val="998900"/>
          </a:solidFill>
        </p:spPr>
        <p:txBody>
          <a:bodyPr vert="horz" wrap="square" lIns="0" tIns="42651" rIns="0" bIns="0" rtlCol="0">
            <a:spAutoFit/>
          </a:bodyPr>
          <a:lstStyle/>
          <a:p>
            <a:pPr marL="111439">
              <a:spcBef>
                <a:spcPts val="336"/>
              </a:spcBef>
            </a:pPr>
            <a:r>
              <a:rPr sz="1137" dirty="0">
                <a:solidFill>
                  <a:srgbClr val="FFFFFF"/>
                </a:solidFill>
                <a:latin typeface="Calibri"/>
                <a:cs typeface="Calibri"/>
              </a:rPr>
              <a:t>@TCS</a:t>
            </a:r>
            <a:r>
              <a:rPr sz="1137" spc="-16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137" spc="-11" dirty="0">
                <a:solidFill>
                  <a:srgbClr val="FFFFFF"/>
                </a:solidFill>
                <a:latin typeface="Calibri"/>
                <a:cs typeface="Calibri"/>
              </a:rPr>
              <a:t>Chennai</a:t>
            </a:r>
            <a:endParaRPr sz="1137" dirty="0">
              <a:latin typeface="Calibri"/>
              <a:cs typeface="Calibri"/>
            </a:endParaRPr>
          </a:p>
        </p:txBody>
      </p:sp>
      <p:graphicFrame>
        <p:nvGraphicFramePr>
          <p:cNvPr id="8" name="object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1503274"/>
              </p:ext>
            </p:extLst>
          </p:nvPr>
        </p:nvGraphicFramePr>
        <p:xfrm>
          <a:off x="0" y="4899903"/>
          <a:ext cx="9905307" cy="104219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4386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1910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6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603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0215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85783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6232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042194">
                <a:tc>
                  <a:txBody>
                    <a:bodyPr/>
                    <a:lstStyle/>
                    <a:p>
                      <a:pPr marL="255904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700" b="1" spc="-10" dirty="0">
                          <a:solidFill>
                            <a:srgbClr val="FFE600"/>
                          </a:solidFill>
                          <a:latin typeface="Calibri"/>
                          <a:cs typeface="Calibri"/>
                        </a:rPr>
                        <a:t>5,500</a:t>
                      </a:r>
                      <a:endParaRPr sz="1700">
                        <a:latin typeface="Calibri"/>
                        <a:cs typeface="Calibri"/>
                      </a:endParaRPr>
                    </a:p>
                    <a:p>
                      <a:pPr marL="581660" marR="317500" algn="ctr">
                        <a:lnSpc>
                          <a:spcPts val="1250"/>
                        </a:lnSpc>
                        <a:spcBef>
                          <a:spcPts val="170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researchers, inventors,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marL="252095" algn="ctr">
                        <a:lnSpc>
                          <a:spcPts val="1230"/>
                        </a:lnSpc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innovators^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34144" marB="0">
                    <a:lnR w="12700">
                      <a:solidFill>
                        <a:srgbClr val="BEBEBE"/>
                      </a:solidFill>
                      <a:prstDash val="sysDot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540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700" b="1" spc="-10" dirty="0">
                          <a:solidFill>
                            <a:srgbClr val="FFE600"/>
                          </a:solidFill>
                          <a:latin typeface="Calibri"/>
                          <a:cs typeface="Calibri"/>
                        </a:rPr>
                        <a:t>3,153/7,665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  <a:p>
                      <a:pPr marL="187325" marR="177800" algn="ctr">
                        <a:lnSpc>
                          <a:spcPts val="125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patents</a:t>
                      </a:r>
                      <a:r>
                        <a:rPr sz="12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granted/filed (cumulative)*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134144" marB="0">
                    <a:lnL w="12700">
                      <a:solidFill>
                        <a:srgbClr val="BEBEBE"/>
                      </a:solidFill>
                      <a:prstDash val="sysDot"/>
                    </a:lnL>
                    <a:lnR w="12700">
                      <a:solidFill>
                        <a:srgbClr val="BEBEBE"/>
                      </a:solidFill>
                      <a:prstDash val="sysDot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700" b="1" spc="-10" dirty="0">
                          <a:solidFill>
                            <a:srgbClr val="FFE600"/>
                          </a:solidFill>
                          <a:latin typeface="Calibri"/>
                          <a:cs typeface="Calibri"/>
                        </a:rPr>
                        <a:t>275/360</a:t>
                      </a:r>
                      <a:endParaRPr sz="1700">
                        <a:latin typeface="Calibri"/>
                        <a:cs typeface="Calibri"/>
                      </a:endParaRPr>
                    </a:p>
                    <a:p>
                      <a:pPr marL="222885" marR="215900" indent="-635" algn="ctr">
                        <a:lnSpc>
                          <a:spcPts val="1250"/>
                        </a:lnSpc>
                        <a:spcBef>
                          <a:spcPts val="170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patents granted/filed</a:t>
                      </a:r>
                      <a:endParaRPr sz="120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ts val="1230"/>
                        </a:lnSpc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Q1</a:t>
                      </a:r>
                      <a:r>
                        <a:rPr sz="1200" spc="-1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2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Q2FY24*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34144" marB="0">
                    <a:lnL w="12700">
                      <a:solidFill>
                        <a:srgbClr val="BEBEBE"/>
                      </a:solidFill>
                      <a:prstDash val="sysDot"/>
                    </a:lnL>
                    <a:lnR w="12700">
                      <a:solidFill>
                        <a:srgbClr val="BEBEBE"/>
                      </a:solidFill>
                      <a:prstDash val="sysDot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700" b="1" spc="-25" dirty="0">
                          <a:solidFill>
                            <a:srgbClr val="FFE600"/>
                          </a:solidFill>
                          <a:latin typeface="Calibri"/>
                          <a:cs typeface="Calibri"/>
                        </a:rPr>
                        <a:t>159</a:t>
                      </a:r>
                      <a:endParaRPr sz="1700">
                        <a:latin typeface="Calibri"/>
                        <a:cs typeface="Calibri"/>
                      </a:endParaRPr>
                    </a:p>
                    <a:p>
                      <a:pPr marL="88900" marR="81280" algn="ctr">
                        <a:lnSpc>
                          <a:spcPts val="125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publications</a:t>
                      </a:r>
                      <a:r>
                        <a:rPr sz="1200" spc="-5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Q1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and</a:t>
                      </a:r>
                      <a:r>
                        <a:rPr sz="1200" spc="-3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Q2FY24*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34144" marB="0">
                    <a:lnL w="12700">
                      <a:solidFill>
                        <a:srgbClr val="BEBEBE"/>
                      </a:solidFill>
                      <a:prstDash val="sysDot"/>
                    </a:lnL>
                    <a:lnR w="12700">
                      <a:solidFill>
                        <a:srgbClr val="BEBEBE"/>
                      </a:solidFill>
                      <a:prstDash val="sysDot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700" b="1" spc="-25" dirty="0">
                          <a:solidFill>
                            <a:srgbClr val="FFE600"/>
                          </a:solidFill>
                          <a:latin typeface="Calibri"/>
                          <a:cs typeface="Calibri"/>
                        </a:rPr>
                        <a:t>40</a:t>
                      </a:r>
                      <a:endParaRPr sz="1700">
                        <a:latin typeface="Calibri"/>
                        <a:cs typeface="Calibri"/>
                      </a:endParaRPr>
                    </a:p>
                    <a:p>
                      <a:pPr marL="172720" marR="164465" indent="635" algn="ctr">
                        <a:lnSpc>
                          <a:spcPts val="125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Research</a:t>
                      </a:r>
                      <a:r>
                        <a:rPr sz="1200" spc="-4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and </a:t>
                      </a: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Innovation</a:t>
                      </a:r>
                      <a:r>
                        <a:rPr sz="1200" spc="-6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 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centers^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34144" marB="0">
                    <a:lnL w="12700">
                      <a:solidFill>
                        <a:srgbClr val="BEBEBE"/>
                      </a:solidFill>
                      <a:prstDash val="sysDot"/>
                    </a:lnL>
                    <a:lnR w="12700">
                      <a:solidFill>
                        <a:srgbClr val="BEBEBE"/>
                      </a:solidFill>
                      <a:prstDash val="sysDot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1270" algn="ctr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700" b="1" spc="-25" dirty="0">
                          <a:solidFill>
                            <a:srgbClr val="FFE600"/>
                          </a:solidFill>
                          <a:latin typeface="Calibri"/>
                          <a:cs typeface="Calibri"/>
                        </a:rPr>
                        <a:t>74</a:t>
                      </a:r>
                      <a:endParaRPr sz="1700">
                        <a:latin typeface="Calibri"/>
                        <a:cs typeface="Calibri"/>
                      </a:endParaRPr>
                    </a:p>
                    <a:p>
                      <a:pPr marL="170180" marR="171450" indent="-19685" algn="ctr">
                        <a:lnSpc>
                          <a:spcPct val="101800"/>
                        </a:lnSpc>
                        <a:spcBef>
                          <a:spcPts val="45"/>
                        </a:spcBef>
                      </a:pP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academic partners*</a:t>
                      </a:r>
                      <a:endParaRPr sz="1200">
                        <a:latin typeface="Calibri"/>
                        <a:cs typeface="Calibri"/>
                      </a:endParaRPr>
                    </a:p>
                  </a:txBody>
                  <a:tcPr marL="0" marR="0" marT="134144" marB="0">
                    <a:lnL w="12700">
                      <a:solidFill>
                        <a:srgbClr val="BEBEBE"/>
                      </a:solidFill>
                      <a:prstDash val="sysDot"/>
                    </a:lnL>
                    <a:lnR w="12700">
                      <a:solidFill>
                        <a:srgbClr val="BEBEBE"/>
                      </a:solidFill>
                      <a:prstDash val="sysDot"/>
                    </a:ln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pPr marL="225425">
                        <a:lnSpc>
                          <a:spcPct val="100000"/>
                        </a:lnSpc>
                        <a:spcBef>
                          <a:spcPts val="975"/>
                        </a:spcBef>
                      </a:pPr>
                      <a:r>
                        <a:rPr sz="1700" b="1" spc="-10" dirty="0">
                          <a:solidFill>
                            <a:srgbClr val="FFE600"/>
                          </a:solidFill>
                          <a:latin typeface="Calibri"/>
                          <a:cs typeface="Calibri"/>
                        </a:rPr>
                        <a:t>2,800</a:t>
                      </a:r>
                      <a:endParaRPr sz="1700" dirty="0">
                        <a:latin typeface="Calibri"/>
                        <a:cs typeface="Calibri"/>
                      </a:endParaRPr>
                    </a:p>
                    <a:p>
                      <a:pPr marL="177800" marR="426084" indent="50165">
                        <a:lnSpc>
                          <a:spcPts val="1250"/>
                        </a:lnSpc>
                        <a:spcBef>
                          <a:spcPts val="170"/>
                        </a:spcBef>
                      </a:pPr>
                      <a:r>
                        <a:rPr sz="120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start-</a:t>
                      </a:r>
                      <a:r>
                        <a:rPr sz="1200" spc="-25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up </a:t>
                      </a:r>
                      <a:r>
                        <a:rPr sz="1200" spc="-10" dirty="0">
                          <a:solidFill>
                            <a:srgbClr val="FFFFFF"/>
                          </a:solidFill>
                          <a:latin typeface="Calibri"/>
                          <a:cs typeface="Calibri"/>
                        </a:rPr>
                        <a:t>partners*</a:t>
                      </a:r>
                      <a:endParaRPr sz="1200" dirty="0">
                        <a:latin typeface="Calibri"/>
                        <a:cs typeface="Calibri"/>
                      </a:endParaRPr>
                    </a:p>
                  </a:txBody>
                  <a:tcPr marL="0" marR="0" marT="134144" marB="0">
                    <a:lnL w="12700">
                      <a:solidFill>
                        <a:srgbClr val="BEBEBE"/>
                      </a:solidFill>
                      <a:prstDash val="sysDot"/>
                    </a:lnL>
                    <a:solidFill>
                      <a:srgbClr val="0000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pSp>
        <p:nvGrpSpPr>
          <p:cNvPr id="10" name="object 10"/>
          <p:cNvGrpSpPr/>
          <p:nvPr/>
        </p:nvGrpSpPr>
        <p:grpSpPr>
          <a:xfrm>
            <a:off x="7026797" y="1701673"/>
            <a:ext cx="2759458" cy="2625229"/>
            <a:chOff x="6580631" y="837806"/>
            <a:chExt cx="2384425" cy="2284095"/>
          </a:xfrm>
        </p:grpSpPr>
        <p:sp>
          <p:nvSpPr>
            <p:cNvPr id="11" name="object 11"/>
            <p:cNvSpPr/>
            <p:nvPr/>
          </p:nvSpPr>
          <p:spPr>
            <a:xfrm>
              <a:off x="6596506" y="957961"/>
              <a:ext cx="2352675" cy="2147570"/>
            </a:xfrm>
            <a:custGeom>
              <a:avLst/>
              <a:gdLst/>
              <a:ahLst/>
              <a:cxnLst/>
              <a:rect l="l" t="t" r="r" b="b"/>
              <a:pathLst>
                <a:path w="2352675" h="2147570">
                  <a:moveTo>
                    <a:pt x="2352675" y="1789683"/>
                  </a:moveTo>
                  <a:lnTo>
                    <a:pt x="2352675" y="0"/>
                  </a:lnTo>
                  <a:lnTo>
                    <a:pt x="358013" y="0"/>
                  </a:lnTo>
                  <a:lnTo>
                    <a:pt x="309429" y="3267"/>
                  </a:lnTo>
                  <a:lnTo>
                    <a:pt x="262834" y="12787"/>
                  </a:lnTo>
                  <a:lnTo>
                    <a:pt x="218652" y="28132"/>
                  </a:lnTo>
                  <a:lnTo>
                    <a:pt x="177310" y="48876"/>
                  </a:lnTo>
                  <a:lnTo>
                    <a:pt x="139236" y="74592"/>
                  </a:lnTo>
                  <a:lnTo>
                    <a:pt x="104854" y="104854"/>
                  </a:lnTo>
                  <a:lnTo>
                    <a:pt x="74592" y="139236"/>
                  </a:lnTo>
                  <a:lnTo>
                    <a:pt x="48876" y="177310"/>
                  </a:lnTo>
                  <a:lnTo>
                    <a:pt x="28132" y="218652"/>
                  </a:lnTo>
                  <a:lnTo>
                    <a:pt x="12787" y="262834"/>
                  </a:lnTo>
                  <a:lnTo>
                    <a:pt x="3267" y="309429"/>
                  </a:lnTo>
                  <a:lnTo>
                    <a:pt x="0" y="358013"/>
                  </a:lnTo>
                  <a:lnTo>
                    <a:pt x="0" y="2147570"/>
                  </a:lnTo>
                  <a:lnTo>
                    <a:pt x="1994789" y="2147570"/>
                  </a:lnTo>
                  <a:lnTo>
                    <a:pt x="2043369" y="2144302"/>
                  </a:lnTo>
                  <a:lnTo>
                    <a:pt x="2089958" y="2134782"/>
                  </a:lnTo>
                  <a:lnTo>
                    <a:pt x="2134129" y="2119439"/>
                  </a:lnTo>
                  <a:lnTo>
                    <a:pt x="2175458" y="2098698"/>
                  </a:lnTo>
                  <a:lnTo>
                    <a:pt x="2213518" y="2072986"/>
                  </a:lnTo>
                  <a:lnTo>
                    <a:pt x="2247884" y="2042731"/>
                  </a:lnTo>
                  <a:lnTo>
                    <a:pt x="2278130" y="2008359"/>
                  </a:lnTo>
                  <a:lnTo>
                    <a:pt x="2303831" y="1970296"/>
                  </a:lnTo>
                  <a:lnTo>
                    <a:pt x="2324562" y="1928971"/>
                  </a:lnTo>
                  <a:lnTo>
                    <a:pt x="2339896" y="1884809"/>
                  </a:lnTo>
                  <a:lnTo>
                    <a:pt x="2349409" y="1838237"/>
                  </a:lnTo>
                  <a:lnTo>
                    <a:pt x="2352675" y="1789683"/>
                  </a:lnTo>
                  <a:close/>
                </a:path>
              </a:pathLst>
            </a:custGeom>
            <a:ln w="31750">
              <a:solidFill>
                <a:srgbClr val="FAB041"/>
              </a:solidFill>
            </a:ln>
          </p:spPr>
          <p:txBody>
            <a:bodyPr wrap="square" lIns="0" tIns="0" rIns="0" bIns="0" rtlCol="0"/>
            <a:lstStyle/>
            <a:p>
              <a:endParaRPr sz="1950"/>
            </a:p>
          </p:txBody>
        </p:sp>
        <p:sp>
          <p:nvSpPr>
            <p:cNvPr id="12" name="object 12"/>
            <p:cNvSpPr/>
            <p:nvPr/>
          </p:nvSpPr>
          <p:spPr>
            <a:xfrm>
              <a:off x="6933437" y="837806"/>
              <a:ext cx="1583690" cy="277495"/>
            </a:xfrm>
            <a:custGeom>
              <a:avLst/>
              <a:gdLst/>
              <a:ahLst/>
              <a:cxnLst/>
              <a:rect l="l" t="t" r="r" b="b"/>
              <a:pathLst>
                <a:path w="1583690" h="277494">
                  <a:moveTo>
                    <a:pt x="1583690" y="0"/>
                  </a:moveTo>
                  <a:lnTo>
                    <a:pt x="0" y="0"/>
                  </a:lnTo>
                  <a:lnTo>
                    <a:pt x="0" y="276999"/>
                  </a:lnTo>
                  <a:lnTo>
                    <a:pt x="1583690" y="276999"/>
                  </a:lnTo>
                  <a:lnTo>
                    <a:pt x="158369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950"/>
            </a:p>
          </p:txBody>
        </p:sp>
      </p:grpSp>
      <p:sp>
        <p:nvSpPr>
          <p:cNvPr id="13" name="object 13"/>
          <p:cNvSpPr txBox="1"/>
          <p:nvPr/>
        </p:nvSpPr>
        <p:spPr>
          <a:xfrm>
            <a:off x="7776348" y="1669122"/>
            <a:ext cx="1187344" cy="213947"/>
          </a:xfrm>
          <a:prstGeom prst="rect">
            <a:avLst/>
          </a:prstGeom>
        </p:spPr>
        <p:txBody>
          <a:bodyPr vert="horz" wrap="square" lIns="0" tIns="13758" rIns="0" bIns="0" rtlCol="0">
            <a:spAutoFit/>
          </a:bodyPr>
          <a:lstStyle/>
          <a:p>
            <a:pPr marL="13758">
              <a:spcBef>
                <a:spcPts val="108"/>
              </a:spcBef>
            </a:pPr>
            <a:r>
              <a:rPr sz="1300" b="1" dirty="0">
                <a:solidFill>
                  <a:srgbClr val="404040"/>
                </a:solidFill>
                <a:latin typeface="Calibri"/>
                <a:cs typeface="Calibri"/>
              </a:rPr>
              <a:t>Alliance</a:t>
            </a:r>
            <a:r>
              <a:rPr sz="1300" b="1" spc="-49" dirty="0">
                <a:solidFill>
                  <a:srgbClr val="404040"/>
                </a:solidFill>
                <a:latin typeface="Calibri"/>
                <a:cs typeface="Calibri"/>
              </a:rPr>
              <a:t> </a:t>
            </a:r>
            <a:r>
              <a:rPr sz="1300" b="1" spc="-11" dirty="0">
                <a:solidFill>
                  <a:srgbClr val="404040"/>
                </a:solidFill>
                <a:latin typeface="Calibri"/>
                <a:cs typeface="Calibri"/>
              </a:rPr>
              <a:t>Partners</a:t>
            </a:r>
            <a:endParaRPr sz="1300" dirty="0">
              <a:latin typeface="Calibri"/>
              <a:cs typeface="Calibri"/>
            </a:endParaRPr>
          </a:p>
        </p:txBody>
      </p:sp>
      <p:grpSp>
        <p:nvGrpSpPr>
          <p:cNvPr id="14" name="object 14"/>
          <p:cNvGrpSpPr/>
          <p:nvPr/>
        </p:nvGrpSpPr>
        <p:grpSpPr>
          <a:xfrm>
            <a:off x="7170358" y="2076388"/>
            <a:ext cx="2439565" cy="1958284"/>
            <a:chOff x="6689089" y="1408315"/>
            <a:chExt cx="2117453" cy="1671434"/>
          </a:xfrm>
        </p:grpSpPr>
        <p:pic>
          <p:nvPicPr>
            <p:cNvPr id="15" name="object 1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337927" y="1707946"/>
              <a:ext cx="683666" cy="340563"/>
            </a:xfrm>
            <a:prstGeom prst="rect">
              <a:avLst/>
            </a:prstGeom>
          </p:spPr>
        </p:pic>
        <p:pic>
          <p:nvPicPr>
            <p:cNvPr id="16" name="object 16" descr="Microsoft">
              <a:hlinkClick r:id="rId4"/>
            </p:cNvPr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014964" y="1408315"/>
              <a:ext cx="791578" cy="221856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8024368" y="2343315"/>
              <a:ext cx="330238" cy="154012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6704679" y="2301836"/>
              <a:ext cx="756802" cy="282105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8189468" y="2574455"/>
              <a:ext cx="536194" cy="321525"/>
            </a:xfrm>
            <a:prstGeom prst="rect">
              <a:avLst/>
            </a:prstGeom>
          </p:spPr>
        </p:pic>
        <p:pic>
          <p:nvPicPr>
            <p:cNvPr id="20" name="object 2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7359393" y="2456306"/>
              <a:ext cx="841463" cy="275589"/>
            </a:xfrm>
            <a:prstGeom prst="rect">
              <a:avLst/>
            </a:prstGeom>
          </p:spPr>
        </p:pic>
        <p:pic>
          <p:nvPicPr>
            <p:cNvPr id="21" name="object 2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6699753" y="1451470"/>
              <a:ext cx="518317" cy="337705"/>
            </a:xfrm>
            <a:prstGeom prst="rect">
              <a:avLst/>
            </a:prstGeom>
          </p:spPr>
        </p:pic>
        <p:pic>
          <p:nvPicPr>
            <p:cNvPr id="22" name="object 2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8321596" y="1757527"/>
              <a:ext cx="416978" cy="304190"/>
            </a:xfrm>
            <a:prstGeom prst="rect">
              <a:avLst/>
            </a:prstGeom>
          </p:spPr>
        </p:pic>
        <p:pic>
          <p:nvPicPr>
            <p:cNvPr id="23" name="object 2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6753987" y="2640050"/>
              <a:ext cx="542074" cy="208432"/>
            </a:xfrm>
            <a:prstGeom prst="rect">
              <a:avLst/>
            </a:prstGeom>
          </p:spPr>
        </p:pic>
        <p:pic>
          <p:nvPicPr>
            <p:cNvPr id="24" name="object 2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6753987" y="2926880"/>
              <a:ext cx="491718" cy="129374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8496681" y="2175954"/>
              <a:ext cx="227114" cy="309435"/>
            </a:xfrm>
            <a:prstGeom prst="rect">
              <a:avLst/>
            </a:prstGeom>
          </p:spPr>
        </p:pic>
        <p:pic>
          <p:nvPicPr>
            <p:cNvPr id="26" name="object 2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320021" y="1467015"/>
              <a:ext cx="552208" cy="130263"/>
            </a:xfrm>
            <a:prstGeom prst="rect">
              <a:avLst/>
            </a:prstGeom>
          </p:spPr>
        </p:pic>
        <p:pic>
          <p:nvPicPr>
            <p:cNvPr id="27" name="object 2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7329551" y="2831820"/>
              <a:ext cx="791451" cy="247929"/>
            </a:xfrm>
            <a:prstGeom prst="rect">
              <a:avLst/>
            </a:prstGeom>
          </p:spPr>
        </p:pic>
        <p:pic>
          <p:nvPicPr>
            <p:cNvPr id="28" name="object 2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462528" y="2157252"/>
              <a:ext cx="552928" cy="101169"/>
            </a:xfrm>
            <a:prstGeom prst="rect">
              <a:avLst/>
            </a:prstGeom>
          </p:spPr>
        </p:pic>
        <p:pic>
          <p:nvPicPr>
            <p:cNvPr id="29" name="object 2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689089" y="1939277"/>
              <a:ext cx="593267" cy="229010"/>
            </a:xfrm>
            <a:prstGeom prst="rect">
              <a:avLst/>
            </a:prstGeom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9F29E5B6-CBA8-3ED5-077E-F93677D3560F}"/>
              </a:ext>
            </a:extLst>
          </p:cNvPr>
          <p:cNvGrpSpPr/>
          <p:nvPr/>
        </p:nvGrpSpPr>
        <p:grpSpPr>
          <a:xfrm>
            <a:off x="119745" y="1804023"/>
            <a:ext cx="6747356" cy="2522880"/>
            <a:chOff x="412750" y="1680729"/>
            <a:chExt cx="6434773" cy="2392396"/>
          </a:xfrm>
        </p:grpSpPr>
        <p:pic>
          <p:nvPicPr>
            <p:cNvPr id="9" name="object 9"/>
            <p:cNvPicPr/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4501727" y="1982819"/>
              <a:ext cx="2140658" cy="1965007"/>
            </a:xfrm>
            <a:prstGeom prst="rect">
              <a:avLst/>
            </a:prstGeom>
          </p:spPr>
        </p:pic>
        <p:sp>
          <p:nvSpPr>
            <p:cNvPr id="30" name="object 30"/>
            <p:cNvSpPr txBox="1"/>
            <p:nvPr/>
          </p:nvSpPr>
          <p:spPr>
            <a:xfrm>
              <a:off x="412750" y="1680729"/>
              <a:ext cx="6434773" cy="2392396"/>
            </a:xfrm>
            <a:prstGeom prst="rect">
              <a:avLst/>
            </a:prstGeom>
            <a:ln w="12700">
              <a:solidFill>
                <a:srgbClr val="A6A6A6"/>
              </a:solidFill>
            </a:ln>
          </p:spPr>
          <p:txBody>
            <a:bodyPr vert="horz" wrap="square" lIns="0" tIns="90117" rIns="0" bIns="0" rtlCol="0">
              <a:spAutoFit/>
            </a:bodyPr>
            <a:lstStyle/>
            <a:p>
              <a:pPr marL="207057">
                <a:spcBef>
                  <a:spcPts val="710"/>
                </a:spcBef>
              </a:pPr>
              <a:r>
                <a:rPr sz="1192" b="1" dirty="0">
                  <a:solidFill>
                    <a:srgbClr val="4E84C4"/>
                  </a:solidFill>
                  <a:latin typeface="Calibri"/>
                  <a:cs typeface="Calibri"/>
                </a:rPr>
                <a:t>TCS</a:t>
              </a:r>
              <a:r>
                <a:rPr sz="1192" b="1" spc="-11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1192" b="1" dirty="0">
                  <a:solidFill>
                    <a:srgbClr val="4E84C4"/>
                  </a:solidFill>
                  <a:latin typeface="Calibri"/>
                  <a:cs typeface="Calibri"/>
                </a:rPr>
                <a:t>Innovation</a:t>
              </a:r>
              <a:r>
                <a:rPr sz="1192" b="1" spc="-22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1192" b="1" dirty="0">
                  <a:solidFill>
                    <a:srgbClr val="4E84C4"/>
                  </a:solidFill>
                  <a:latin typeface="Calibri"/>
                  <a:cs typeface="Calibri"/>
                </a:rPr>
                <a:t>Partners</a:t>
              </a:r>
              <a:r>
                <a:rPr sz="1192" b="1" spc="238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1192" b="1" dirty="0">
                  <a:solidFill>
                    <a:srgbClr val="A6218F"/>
                  </a:solidFill>
                  <a:latin typeface="Calibri"/>
                  <a:cs typeface="Calibri"/>
                </a:rPr>
                <a:t>-</a:t>
              </a:r>
              <a:r>
                <a:rPr sz="1192" b="1" spc="265" dirty="0">
                  <a:solidFill>
                    <a:srgbClr val="A6218F"/>
                  </a:solidFill>
                  <a:latin typeface="Calibri"/>
                  <a:cs typeface="Calibri"/>
                </a:rPr>
                <a:t> </a:t>
              </a:r>
              <a:r>
                <a:rPr sz="1192" dirty="0">
                  <a:solidFill>
                    <a:srgbClr val="404040"/>
                  </a:solidFill>
                  <a:latin typeface="Calibri"/>
                  <a:cs typeface="Calibri"/>
                </a:rPr>
                <a:t>Summon</a:t>
              </a:r>
              <a:r>
                <a:rPr sz="1192" spc="-49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192" dirty="0">
                  <a:solidFill>
                    <a:srgbClr val="404040"/>
                  </a:solidFill>
                  <a:latin typeface="Calibri"/>
                  <a:cs typeface="Calibri"/>
                </a:rPr>
                <a:t>the</a:t>
              </a:r>
              <a:r>
                <a:rPr sz="1192" spc="-11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192" dirty="0">
                  <a:solidFill>
                    <a:srgbClr val="404040"/>
                  </a:solidFill>
                  <a:latin typeface="Calibri"/>
                  <a:cs typeface="Calibri"/>
                </a:rPr>
                <a:t>best</a:t>
              </a:r>
              <a:r>
                <a:rPr sz="1192" spc="-27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192" dirty="0">
                  <a:solidFill>
                    <a:srgbClr val="404040"/>
                  </a:solidFill>
                  <a:latin typeface="Calibri"/>
                  <a:cs typeface="Calibri"/>
                </a:rPr>
                <a:t>of</a:t>
              </a:r>
              <a:r>
                <a:rPr sz="1192" spc="-16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192" dirty="0">
                  <a:solidFill>
                    <a:srgbClr val="404040"/>
                  </a:solidFill>
                  <a:latin typeface="Calibri"/>
                  <a:cs typeface="Calibri"/>
                </a:rPr>
                <a:t>the</a:t>
              </a:r>
              <a:r>
                <a:rPr sz="1192" spc="-11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192" dirty="0">
                  <a:solidFill>
                    <a:srgbClr val="404040"/>
                  </a:solidFill>
                  <a:latin typeface="Calibri"/>
                  <a:cs typeface="Calibri"/>
                </a:rPr>
                <a:t>start-up</a:t>
              </a:r>
              <a:r>
                <a:rPr sz="1192" spc="-49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192" spc="-11" dirty="0">
                  <a:solidFill>
                    <a:srgbClr val="404040"/>
                  </a:solidFill>
                  <a:latin typeface="Calibri"/>
                  <a:cs typeface="Calibri"/>
                </a:rPr>
                <a:t>ecosystem</a:t>
              </a:r>
              <a:endParaRPr sz="1192" dirty="0">
                <a:latin typeface="Calibri"/>
                <a:cs typeface="Calibri"/>
              </a:endParaRPr>
            </a:p>
            <a:p>
              <a:pPr marL="221502">
                <a:spcBef>
                  <a:spcPts val="1035"/>
                </a:spcBef>
              </a:pPr>
              <a:r>
                <a:rPr sz="1192" b="1" dirty="0">
                  <a:solidFill>
                    <a:srgbClr val="4E84C4"/>
                  </a:solidFill>
                  <a:latin typeface="Calibri"/>
                  <a:cs typeface="Calibri"/>
                </a:rPr>
                <a:t>Academic</a:t>
              </a:r>
              <a:r>
                <a:rPr sz="1192" b="1" spc="-32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1192" b="1" dirty="0">
                  <a:solidFill>
                    <a:srgbClr val="4E84C4"/>
                  </a:solidFill>
                  <a:latin typeface="Calibri"/>
                  <a:cs typeface="Calibri"/>
                </a:rPr>
                <a:t>Research</a:t>
              </a:r>
              <a:r>
                <a:rPr sz="1192" b="1" spc="-49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1192" b="1" dirty="0">
                  <a:solidFill>
                    <a:srgbClr val="4E84C4"/>
                  </a:solidFill>
                  <a:latin typeface="Calibri"/>
                  <a:cs typeface="Calibri"/>
                </a:rPr>
                <a:t>Labs</a:t>
              </a:r>
              <a:r>
                <a:rPr sz="1192" b="1" spc="-11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1192" b="1" dirty="0">
                  <a:solidFill>
                    <a:srgbClr val="A6218F"/>
                  </a:solidFill>
                  <a:latin typeface="Calibri"/>
                  <a:cs typeface="Calibri"/>
                </a:rPr>
                <a:t>-</a:t>
              </a:r>
              <a:r>
                <a:rPr sz="1192" b="1" spc="260" dirty="0">
                  <a:solidFill>
                    <a:srgbClr val="A6218F"/>
                  </a:solidFill>
                  <a:latin typeface="Calibri"/>
                  <a:cs typeface="Calibri"/>
                </a:rPr>
                <a:t> </a:t>
              </a:r>
              <a:r>
                <a:rPr sz="1192" dirty="0">
                  <a:solidFill>
                    <a:srgbClr val="404040"/>
                  </a:solidFill>
                  <a:latin typeface="Calibri"/>
                  <a:cs typeface="Calibri"/>
                </a:rPr>
                <a:t>Engage</a:t>
              </a:r>
              <a:r>
                <a:rPr sz="1192" spc="-32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192" dirty="0">
                  <a:solidFill>
                    <a:srgbClr val="404040"/>
                  </a:solidFill>
                  <a:latin typeface="Calibri"/>
                  <a:cs typeface="Calibri"/>
                </a:rPr>
                <a:t>with</a:t>
              </a:r>
              <a:r>
                <a:rPr sz="1192" spc="-16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192" dirty="0">
                  <a:solidFill>
                    <a:srgbClr val="404040"/>
                  </a:solidFill>
                  <a:latin typeface="Calibri"/>
                  <a:cs typeface="Calibri"/>
                </a:rPr>
                <a:t>the</a:t>
              </a:r>
              <a:r>
                <a:rPr sz="1192" spc="-27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192" dirty="0">
                  <a:solidFill>
                    <a:srgbClr val="404040"/>
                  </a:solidFill>
                  <a:latin typeface="Calibri"/>
                  <a:cs typeface="Calibri"/>
                </a:rPr>
                <a:t>Best</a:t>
              </a:r>
              <a:r>
                <a:rPr sz="1192" spc="-16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192" dirty="0">
                  <a:solidFill>
                    <a:srgbClr val="404040"/>
                  </a:solidFill>
                  <a:latin typeface="Calibri"/>
                  <a:cs typeface="Calibri"/>
                </a:rPr>
                <a:t>of</a:t>
              </a:r>
              <a:r>
                <a:rPr sz="1192" spc="-16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192" dirty="0">
                  <a:solidFill>
                    <a:srgbClr val="404040"/>
                  </a:solidFill>
                  <a:latin typeface="Calibri"/>
                  <a:cs typeface="Calibri"/>
                </a:rPr>
                <a:t>Academia</a:t>
              </a:r>
              <a:r>
                <a:rPr sz="1192" spc="-49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192" spc="-11" dirty="0">
                  <a:solidFill>
                    <a:srgbClr val="404040"/>
                  </a:solidFill>
                  <a:latin typeface="Calibri"/>
                  <a:cs typeface="Calibri"/>
                </a:rPr>
                <a:t>through</a:t>
              </a:r>
              <a:endParaRPr sz="1192" dirty="0">
                <a:latin typeface="Calibri"/>
                <a:cs typeface="Calibri"/>
              </a:endParaRPr>
            </a:p>
            <a:p>
              <a:pPr marL="201553">
                <a:spcBef>
                  <a:spcPts val="1354"/>
                </a:spcBef>
              </a:pPr>
              <a:r>
                <a:rPr sz="1137" b="1" dirty="0">
                  <a:solidFill>
                    <a:srgbClr val="4E84C4"/>
                  </a:solidFill>
                  <a:latin typeface="Calibri"/>
                  <a:cs typeface="Calibri"/>
                </a:rPr>
                <a:t>Rapid</a:t>
              </a:r>
              <a:r>
                <a:rPr sz="1137" b="1" spc="-43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1137" b="1" dirty="0">
                  <a:solidFill>
                    <a:srgbClr val="4E84C4"/>
                  </a:solidFill>
                  <a:latin typeface="Calibri"/>
                  <a:cs typeface="Calibri"/>
                </a:rPr>
                <a:t>Labs</a:t>
              </a:r>
              <a:r>
                <a:rPr sz="1137" b="1" spc="-16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1137" b="1" dirty="0">
                  <a:solidFill>
                    <a:srgbClr val="A6218F"/>
                  </a:solidFill>
                  <a:latin typeface="Calibri"/>
                  <a:cs typeface="Calibri"/>
                </a:rPr>
                <a:t>-</a:t>
              </a:r>
              <a:r>
                <a:rPr sz="1137" b="1" spc="238" dirty="0">
                  <a:solidFill>
                    <a:srgbClr val="A6218F"/>
                  </a:solidFill>
                  <a:latin typeface="Calibri"/>
                  <a:cs typeface="Calibri"/>
                </a:rPr>
                <a:t> </a:t>
              </a:r>
              <a:r>
                <a:rPr sz="1137" dirty="0">
                  <a:solidFill>
                    <a:srgbClr val="404040"/>
                  </a:solidFill>
                  <a:latin typeface="Calibri"/>
                  <a:cs typeface="Calibri"/>
                </a:rPr>
                <a:t>Watch</a:t>
              </a:r>
              <a:r>
                <a:rPr sz="1137" spc="-16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137" dirty="0">
                  <a:solidFill>
                    <a:srgbClr val="404040"/>
                  </a:solidFill>
                  <a:latin typeface="Calibri"/>
                  <a:cs typeface="Calibri"/>
                </a:rPr>
                <a:t>your</a:t>
              </a:r>
              <a:r>
                <a:rPr sz="1137" spc="-32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137" dirty="0">
                  <a:solidFill>
                    <a:srgbClr val="404040"/>
                  </a:solidFill>
                  <a:latin typeface="Calibri"/>
                  <a:cs typeface="Calibri"/>
                </a:rPr>
                <a:t>Ideas</a:t>
              </a:r>
              <a:r>
                <a:rPr sz="1137" spc="-27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137" dirty="0">
                  <a:solidFill>
                    <a:srgbClr val="404040"/>
                  </a:solidFill>
                  <a:latin typeface="Calibri"/>
                  <a:cs typeface="Calibri"/>
                </a:rPr>
                <a:t>come</a:t>
              </a:r>
              <a:r>
                <a:rPr sz="1137" spc="-22" dirty="0">
                  <a:solidFill>
                    <a:srgbClr val="404040"/>
                  </a:solidFill>
                  <a:latin typeface="Calibri"/>
                  <a:cs typeface="Calibri"/>
                </a:rPr>
                <a:t> alive</a:t>
              </a:r>
              <a:endParaRPr sz="1137" dirty="0">
                <a:latin typeface="Calibri"/>
                <a:cs typeface="Calibri"/>
              </a:endParaRPr>
            </a:p>
            <a:p>
              <a:pPr>
                <a:spcBef>
                  <a:spcPts val="130"/>
                </a:spcBef>
              </a:pPr>
              <a:endParaRPr sz="1137" dirty="0">
                <a:latin typeface="Calibri"/>
                <a:cs typeface="Calibri"/>
              </a:endParaRPr>
            </a:p>
            <a:p>
              <a:pPr marL="187795" marR="2638767">
                <a:lnSpc>
                  <a:spcPts val="1289"/>
                </a:lnSpc>
                <a:spcBef>
                  <a:spcPts val="5"/>
                </a:spcBef>
              </a:pPr>
              <a:r>
                <a:rPr sz="1192" b="1" dirty="0">
                  <a:solidFill>
                    <a:srgbClr val="4E84C4"/>
                  </a:solidFill>
                  <a:latin typeface="Calibri"/>
                  <a:cs typeface="Calibri"/>
                </a:rPr>
                <a:t>Innovation</a:t>
              </a:r>
              <a:r>
                <a:rPr sz="1192" b="1" spc="-43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1192" b="1" dirty="0">
                  <a:solidFill>
                    <a:srgbClr val="4E84C4"/>
                  </a:solidFill>
                  <a:latin typeface="Calibri"/>
                  <a:cs typeface="Calibri"/>
                </a:rPr>
                <a:t>Showcases</a:t>
              </a:r>
              <a:r>
                <a:rPr sz="1192" b="1" spc="238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1192" b="1" dirty="0">
                  <a:solidFill>
                    <a:srgbClr val="A6218F"/>
                  </a:solidFill>
                  <a:latin typeface="Calibri"/>
                  <a:cs typeface="Calibri"/>
                </a:rPr>
                <a:t>-</a:t>
              </a:r>
              <a:r>
                <a:rPr sz="1192" b="1" spc="227" dirty="0">
                  <a:solidFill>
                    <a:srgbClr val="A6218F"/>
                  </a:solidFill>
                  <a:latin typeface="Calibri"/>
                  <a:cs typeface="Calibri"/>
                </a:rPr>
                <a:t> </a:t>
              </a:r>
              <a:r>
                <a:rPr sz="1192" dirty="0">
                  <a:solidFill>
                    <a:srgbClr val="404040"/>
                  </a:solidFill>
                  <a:latin typeface="Calibri"/>
                  <a:cs typeface="Calibri"/>
                </a:rPr>
                <a:t>Explore</a:t>
              </a:r>
              <a:r>
                <a:rPr sz="1192" spc="-38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192" dirty="0">
                  <a:solidFill>
                    <a:srgbClr val="404040"/>
                  </a:solidFill>
                  <a:latin typeface="Calibri"/>
                  <a:cs typeface="Calibri"/>
                </a:rPr>
                <a:t>digital</a:t>
              </a:r>
              <a:r>
                <a:rPr sz="1192" spc="-43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192" dirty="0">
                  <a:solidFill>
                    <a:srgbClr val="404040"/>
                  </a:solidFill>
                  <a:latin typeface="Calibri"/>
                  <a:cs typeface="Calibri"/>
                </a:rPr>
                <a:t>drivers</a:t>
              </a:r>
              <a:r>
                <a:rPr sz="1192" spc="-27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192" dirty="0">
                  <a:solidFill>
                    <a:srgbClr val="404040"/>
                  </a:solidFill>
                  <a:latin typeface="Calibri"/>
                  <a:cs typeface="Calibri"/>
                </a:rPr>
                <a:t>for</a:t>
              </a:r>
              <a:r>
                <a:rPr sz="1192" spc="-27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192" spc="-11" dirty="0">
                  <a:solidFill>
                    <a:srgbClr val="404040"/>
                  </a:solidFill>
                  <a:latin typeface="Calibri"/>
                  <a:cs typeface="Calibri"/>
                </a:rPr>
                <a:t>growth </a:t>
              </a:r>
              <a:r>
                <a:rPr sz="1192" dirty="0">
                  <a:solidFill>
                    <a:srgbClr val="404040"/>
                  </a:solidFill>
                  <a:latin typeface="Calibri"/>
                  <a:cs typeface="Calibri"/>
                </a:rPr>
                <a:t>and</a:t>
              </a:r>
              <a:r>
                <a:rPr sz="1192" spc="-27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192" spc="-11" dirty="0">
                  <a:solidFill>
                    <a:srgbClr val="404040"/>
                  </a:solidFill>
                  <a:latin typeface="Calibri"/>
                  <a:cs typeface="Calibri"/>
                </a:rPr>
                <a:t>transformation</a:t>
              </a:r>
              <a:endParaRPr sz="1192" dirty="0">
                <a:latin typeface="Calibri"/>
                <a:cs typeface="Calibri"/>
              </a:endParaRPr>
            </a:p>
            <a:p>
              <a:pPr marL="187795">
                <a:spcBef>
                  <a:spcPts val="1322"/>
                </a:spcBef>
              </a:pPr>
              <a:r>
                <a:rPr sz="1192" b="1" dirty="0">
                  <a:solidFill>
                    <a:srgbClr val="4E84C4"/>
                  </a:solidFill>
                  <a:latin typeface="Calibri"/>
                  <a:cs typeface="Calibri"/>
                </a:rPr>
                <a:t>Digital</a:t>
              </a:r>
              <a:r>
                <a:rPr sz="1192" b="1" spc="-27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1192" b="1" dirty="0">
                  <a:solidFill>
                    <a:srgbClr val="4E84C4"/>
                  </a:solidFill>
                  <a:latin typeface="Calibri"/>
                  <a:cs typeface="Calibri"/>
                </a:rPr>
                <a:t>Libraries</a:t>
              </a:r>
              <a:r>
                <a:rPr sz="1192" b="1" spc="-43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1192" b="1" dirty="0">
                  <a:solidFill>
                    <a:srgbClr val="A6218F"/>
                  </a:solidFill>
                  <a:latin typeface="Calibri"/>
                  <a:cs typeface="Calibri"/>
                </a:rPr>
                <a:t>-</a:t>
              </a:r>
              <a:r>
                <a:rPr sz="1192" b="1" spc="-27" dirty="0">
                  <a:solidFill>
                    <a:srgbClr val="A6218F"/>
                  </a:solidFill>
                  <a:latin typeface="Calibri"/>
                  <a:cs typeface="Calibri"/>
                </a:rPr>
                <a:t> </a:t>
              </a:r>
              <a:r>
                <a:rPr sz="1137" dirty="0">
                  <a:solidFill>
                    <a:srgbClr val="404040"/>
                  </a:solidFill>
                  <a:latin typeface="Calibri"/>
                  <a:cs typeface="Calibri"/>
                </a:rPr>
                <a:t>Consume</a:t>
              </a:r>
              <a:r>
                <a:rPr sz="1137" spc="-11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137" dirty="0">
                  <a:solidFill>
                    <a:srgbClr val="404040"/>
                  </a:solidFill>
                  <a:latin typeface="Calibri"/>
                  <a:cs typeface="Calibri"/>
                </a:rPr>
                <a:t>the</a:t>
              </a:r>
              <a:r>
                <a:rPr sz="1137" spc="-27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137" dirty="0">
                  <a:solidFill>
                    <a:srgbClr val="404040"/>
                  </a:solidFill>
                  <a:latin typeface="Calibri"/>
                  <a:cs typeface="Calibri"/>
                </a:rPr>
                <a:t>best</a:t>
              </a:r>
              <a:r>
                <a:rPr sz="1137" spc="-22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137" dirty="0">
                  <a:solidFill>
                    <a:srgbClr val="404040"/>
                  </a:solidFill>
                  <a:latin typeface="Calibri"/>
                  <a:cs typeface="Calibri"/>
                </a:rPr>
                <a:t>of</a:t>
              </a:r>
              <a:r>
                <a:rPr sz="1137" spc="-11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137" dirty="0">
                  <a:solidFill>
                    <a:srgbClr val="404040"/>
                  </a:solidFill>
                  <a:latin typeface="Calibri"/>
                  <a:cs typeface="Calibri"/>
                </a:rPr>
                <a:t>TCS’</a:t>
              </a:r>
              <a:r>
                <a:rPr sz="1137" spc="-16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137" dirty="0">
                  <a:solidFill>
                    <a:srgbClr val="404040"/>
                  </a:solidFill>
                  <a:latin typeface="Calibri"/>
                  <a:cs typeface="Calibri"/>
                </a:rPr>
                <a:t>Thought</a:t>
              </a:r>
              <a:r>
                <a:rPr sz="1137" spc="-38" dirty="0">
                  <a:solidFill>
                    <a:srgbClr val="404040"/>
                  </a:solidFill>
                  <a:latin typeface="Calibri"/>
                  <a:cs typeface="Calibri"/>
                </a:rPr>
                <a:t> </a:t>
              </a:r>
              <a:r>
                <a:rPr sz="1137" spc="-11" dirty="0">
                  <a:solidFill>
                    <a:srgbClr val="404040"/>
                  </a:solidFill>
                  <a:latin typeface="Calibri"/>
                  <a:cs typeface="Calibri"/>
                </a:rPr>
                <a:t>Leadership</a:t>
              </a:r>
              <a:endParaRPr sz="1137" dirty="0">
                <a:latin typeface="Calibri"/>
                <a:cs typeface="Calibri"/>
              </a:endParaRPr>
            </a:p>
            <a:p>
              <a:pPr>
                <a:spcBef>
                  <a:spcPts val="320"/>
                </a:spcBef>
              </a:pPr>
              <a:endParaRPr sz="1137" dirty="0">
                <a:latin typeface="Calibri"/>
                <a:cs typeface="Calibri"/>
              </a:endParaRPr>
            </a:p>
            <a:p>
              <a:pPr marL="201553" marR="2283813">
                <a:spcBef>
                  <a:spcPts val="5"/>
                </a:spcBef>
              </a:pPr>
              <a:r>
                <a:rPr sz="1192" b="1" dirty="0">
                  <a:solidFill>
                    <a:srgbClr val="4E84C4"/>
                  </a:solidFill>
                  <a:latin typeface="Calibri"/>
                  <a:cs typeface="Calibri"/>
                </a:rPr>
                <a:t>Agile</a:t>
              </a:r>
              <a:r>
                <a:rPr sz="1192" b="1" spc="-38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1192" b="1" dirty="0">
                  <a:solidFill>
                    <a:srgbClr val="4E84C4"/>
                  </a:solidFill>
                  <a:latin typeface="Calibri"/>
                  <a:cs typeface="Calibri"/>
                </a:rPr>
                <a:t>Workspaces</a:t>
              </a:r>
              <a:r>
                <a:rPr sz="1192" b="1" spc="-22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1192" b="1" dirty="0">
                  <a:solidFill>
                    <a:srgbClr val="4E84C4"/>
                  </a:solidFill>
                  <a:latin typeface="Calibri"/>
                  <a:cs typeface="Calibri"/>
                </a:rPr>
                <a:t>-</a:t>
              </a:r>
              <a:r>
                <a:rPr sz="1192" b="1" spc="244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1192" dirty="0">
                  <a:solidFill>
                    <a:srgbClr val="4E84C4"/>
                  </a:solidFill>
                  <a:latin typeface="Calibri"/>
                  <a:cs typeface="Calibri"/>
                </a:rPr>
                <a:t>Develop</a:t>
              </a:r>
              <a:r>
                <a:rPr sz="1192" spc="-32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1192" dirty="0">
                  <a:solidFill>
                    <a:srgbClr val="4E84C4"/>
                  </a:solidFill>
                  <a:latin typeface="Calibri"/>
                  <a:cs typeface="Calibri"/>
                </a:rPr>
                <a:t>nimble</a:t>
              </a:r>
              <a:r>
                <a:rPr sz="1192" spc="-27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1192" dirty="0">
                  <a:solidFill>
                    <a:srgbClr val="4E84C4"/>
                  </a:solidFill>
                  <a:latin typeface="Calibri"/>
                  <a:cs typeface="Calibri"/>
                </a:rPr>
                <a:t>business</a:t>
              </a:r>
              <a:r>
                <a:rPr sz="1192" spc="-49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1192" dirty="0">
                  <a:solidFill>
                    <a:srgbClr val="4E84C4"/>
                  </a:solidFill>
                  <a:latin typeface="Calibri"/>
                  <a:cs typeface="Calibri"/>
                </a:rPr>
                <a:t>model</a:t>
              </a:r>
              <a:r>
                <a:rPr sz="1192" spc="-43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1192" dirty="0">
                  <a:solidFill>
                    <a:srgbClr val="4E84C4"/>
                  </a:solidFill>
                  <a:latin typeface="Calibri"/>
                  <a:cs typeface="Calibri"/>
                </a:rPr>
                <a:t>to</a:t>
              </a:r>
              <a:r>
                <a:rPr sz="1192" spc="-22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1192" spc="-11" dirty="0">
                  <a:solidFill>
                    <a:srgbClr val="4E84C4"/>
                  </a:solidFill>
                  <a:latin typeface="Calibri"/>
                  <a:cs typeface="Calibri"/>
                </a:rPr>
                <a:t>embrace </a:t>
              </a:r>
              <a:r>
                <a:rPr sz="1192" dirty="0">
                  <a:solidFill>
                    <a:srgbClr val="4E84C4"/>
                  </a:solidFill>
                  <a:latin typeface="Calibri"/>
                  <a:cs typeface="Calibri"/>
                </a:rPr>
                <a:t>breakthrough</a:t>
              </a:r>
              <a:r>
                <a:rPr sz="1192" spc="-60" dirty="0">
                  <a:solidFill>
                    <a:srgbClr val="4E84C4"/>
                  </a:solidFill>
                  <a:latin typeface="Calibri"/>
                  <a:cs typeface="Calibri"/>
                </a:rPr>
                <a:t> </a:t>
              </a:r>
              <a:r>
                <a:rPr sz="1192" spc="-11" dirty="0">
                  <a:solidFill>
                    <a:srgbClr val="404040"/>
                  </a:solidFill>
                  <a:latin typeface="Calibri"/>
                  <a:cs typeface="Calibri"/>
                </a:rPr>
                <a:t>technologies</a:t>
              </a:r>
              <a:endParaRPr sz="1192" dirty="0">
                <a:latin typeface="Calibri"/>
                <a:cs typeface="Calibri"/>
              </a:endParaRPr>
            </a:p>
          </p:txBody>
        </p:sp>
      </p:grpSp>
      <p:sp>
        <p:nvSpPr>
          <p:cNvPr id="31" name="object 31"/>
          <p:cNvSpPr txBox="1"/>
          <p:nvPr/>
        </p:nvSpPr>
        <p:spPr>
          <a:xfrm>
            <a:off x="326167" y="1015496"/>
            <a:ext cx="8881691" cy="346494"/>
          </a:xfrm>
          <a:prstGeom prst="rect">
            <a:avLst/>
          </a:prstGeom>
        </p:spPr>
        <p:txBody>
          <a:bodyPr vert="horz" wrap="square" lIns="0" tIns="13070" rIns="0" bIns="0" rtlCol="0">
            <a:spAutoFit/>
          </a:bodyPr>
          <a:lstStyle/>
          <a:p>
            <a:pPr marL="13758">
              <a:spcBef>
                <a:spcPts val="103"/>
              </a:spcBef>
            </a:pP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To</a:t>
            </a:r>
            <a:r>
              <a:rPr sz="1083" spc="-16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harnesses</a:t>
            </a:r>
            <a:r>
              <a:rPr sz="1083" spc="-11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the</a:t>
            </a:r>
            <a:r>
              <a:rPr sz="1083" spc="-11" dirty="0">
                <a:solidFill>
                  <a:srgbClr val="4E84C4"/>
                </a:solidFill>
                <a:latin typeface="Calibri"/>
                <a:cs typeface="Calibri"/>
              </a:rPr>
              <a:t> culture</a:t>
            </a:r>
            <a:r>
              <a:rPr sz="1083" spc="-27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of</a:t>
            </a:r>
            <a:r>
              <a:rPr sz="1083" spc="-22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b="1" dirty="0">
                <a:solidFill>
                  <a:srgbClr val="4E84C4"/>
                </a:solidFill>
                <a:latin typeface="Calibri"/>
                <a:cs typeface="Calibri"/>
              </a:rPr>
              <a:t>innovation, TCS</a:t>
            </a:r>
            <a:r>
              <a:rPr sz="1083" b="1" spc="-11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b="1" dirty="0">
                <a:solidFill>
                  <a:srgbClr val="4E84C4"/>
                </a:solidFill>
                <a:latin typeface="Calibri"/>
                <a:cs typeface="Calibri"/>
              </a:rPr>
              <a:t>Chennai</a:t>
            </a:r>
            <a:r>
              <a:rPr sz="1083" b="1" spc="-27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provides</a:t>
            </a:r>
            <a:r>
              <a:rPr sz="1083" spc="-27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an</a:t>
            </a:r>
            <a:r>
              <a:rPr sz="1083" spc="-27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exclusive</a:t>
            </a:r>
            <a:r>
              <a:rPr sz="1083" spc="238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b="1" dirty="0">
                <a:solidFill>
                  <a:srgbClr val="4E84C4"/>
                </a:solidFill>
                <a:latin typeface="Calibri"/>
                <a:cs typeface="Calibri"/>
              </a:rPr>
              <a:t>innovation</a:t>
            </a:r>
            <a:r>
              <a:rPr sz="1083" b="1" spc="5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Space</a:t>
            </a:r>
            <a:r>
              <a:rPr sz="1083" spc="-11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to</a:t>
            </a:r>
            <a:r>
              <a:rPr sz="1083" spc="-27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enable</a:t>
            </a:r>
            <a:r>
              <a:rPr sz="1083" spc="-27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a</a:t>
            </a:r>
            <a:r>
              <a:rPr sz="1083" spc="-27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strong</a:t>
            </a:r>
            <a:r>
              <a:rPr sz="1083" spc="5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b="1" spc="-11" dirty="0">
                <a:solidFill>
                  <a:srgbClr val="4E84C4"/>
                </a:solidFill>
                <a:latin typeface="Calibri"/>
                <a:cs typeface="Calibri"/>
              </a:rPr>
              <a:t>foundational</a:t>
            </a:r>
            <a:r>
              <a:rPr sz="1083" b="1" spc="-32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b="1" dirty="0">
                <a:solidFill>
                  <a:srgbClr val="4E84C4"/>
                </a:solidFill>
                <a:latin typeface="Calibri"/>
                <a:cs typeface="Calibri"/>
              </a:rPr>
              <a:t>research</a:t>
            </a:r>
            <a:r>
              <a:rPr sz="1083" b="1" spc="-43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spc="-11" dirty="0">
                <a:solidFill>
                  <a:srgbClr val="4E84C4"/>
                </a:solidFill>
                <a:latin typeface="Calibri"/>
                <a:cs typeface="Calibri"/>
              </a:rPr>
              <a:t>supported</a:t>
            </a:r>
            <a:r>
              <a:rPr sz="1083" spc="-16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dirty="0">
                <a:solidFill>
                  <a:srgbClr val="4E84C4"/>
                </a:solidFill>
                <a:latin typeface="Calibri"/>
                <a:cs typeface="Calibri"/>
              </a:rPr>
              <a:t>by</a:t>
            </a:r>
            <a:r>
              <a:rPr sz="1083" spc="-27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083" spc="-11" dirty="0">
                <a:solidFill>
                  <a:srgbClr val="4E84C4"/>
                </a:solidFill>
                <a:latin typeface="Calibri"/>
                <a:cs typeface="Calibri"/>
              </a:rPr>
              <a:t>extended</a:t>
            </a:r>
            <a:endParaRPr sz="1083" dirty="0">
              <a:latin typeface="Calibri"/>
              <a:cs typeface="Calibri"/>
            </a:endParaRPr>
          </a:p>
          <a:p>
            <a:pPr marL="13758">
              <a:spcBef>
                <a:spcPts val="5"/>
              </a:spcBef>
            </a:pPr>
            <a:r>
              <a:rPr sz="1083" spc="-11" dirty="0">
                <a:solidFill>
                  <a:srgbClr val="4E84C4"/>
                </a:solidFill>
                <a:latin typeface="Calibri"/>
                <a:cs typeface="Calibri"/>
              </a:rPr>
              <a:t>ecosystem</a:t>
            </a:r>
            <a:endParaRPr sz="1083" dirty="0">
              <a:latin typeface="Calibri"/>
              <a:cs typeface="Calibri"/>
            </a:endParaRPr>
          </a:p>
        </p:txBody>
      </p:sp>
      <p:sp>
        <p:nvSpPr>
          <p:cNvPr id="32" name="object 32"/>
          <p:cNvSpPr txBox="1"/>
          <p:nvPr/>
        </p:nvSpPr>
        <p:spPr>
          <a:xfrm>
            <a:off x="116010" y="5073497"/>
            <a:ext cx="155748" cy="699611"/>
          </a:xfrm>
          <a:prstGeom prst="rect">
            <a:avLst/>
          </a:prstGeom>
        </p:spPr>
        <p:txBody>
          <a:bodyPr vert="vert270" wrap="square" lIns="0" tIns="0" rIns="0" bIns="0" rtlCol="0">
            <a:spAutoFit/>
          </a:bodyPr>
          <a:lstStyle/>
          <a:p>
            <a:pPr marL="13758">
              <a:lnSpc>
                <a:spcPts val="1246"/>
              </a:lnSpc>
            </a:pPr>
            <a:r>
              <a:rPr sz="1192" b="1" dirty="0">
                <a:solidFill>
                  <a:srgbClr val="4E84C4"/>
                </a:solidFill>
                <a:latin typeface="Calibri"/>
                <a:cs typeface="Calibri"/>
              </a:rPr>
              <a:t>Across</a:t>
            </a:r>
            <a:r>
              <a:rPr sz="1192" b="1" spc="-38" dirty="0">
                <a:solidFill>
                  <a:srgbClr val="4E84C4"/>
                </a:solidFill>
                <a:latin typeface="Calibri"/>
                <a:cs typeface="Calibri"/>
              </a:rPr>
              <a:t> </a:t>
            </a:r>
            <a:r>
              <a:rPr sz="1192" b="1" spc="-27" dirty="0">
                <a:solidFill>
                  <a:srgbClr val="4E84C4"/>
                </a:solidFill>
                <a:latin typeface="Calibri"/>
                <a:cs typeface="Calibri"/>
              </a:rPr>
              <a:t>TCS</a:t>
            </a:r>
            <a:endParaRPr sz="1192" dirty="0">
              <a:latin typeface="Calibri"/>
              <a:cs typeface="Calibri"/>
            </a:endParaRPr>
          </a:p>
        </p:txBody>
      </p:sp>
      <p:pic>
        <p:nvPicPr>
          <p:cNvPr id="34" name="Picture 33">
            <a:extLst>
              <a:ext uri="{FF2B5EF4-FFF2-40B4-BE49-F238E27FC236}">
                <a16:creationId xmlns:a16="http://schemas.microsoft.com/office/drawing/2014/main" id="{2D911769-43CC-75BD-5A92-4751793EDA8A}"/>
              </a:ext>
            </a:extLst>
          </p:cNvPr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8317460" y="6286396"/>
            <a:ext cx="1292464" cy="310923"/>
          </a:xfrm>
          <a:prstGeom prst="rect">
            <a:avLst/>
          </a:prstGeom>
        </p:spPr>
      </p:pic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805883" y="5892808"/>
            <a:ext cx="469847" cy="9297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715"/>
              </a:lnSpc>
              <a:tabLst>
                <a:tab pos="237324" algn="l"/>
              </a:tabLst>
            </a:pPr>
            <a:r>
              <a:rPr sz="758" b="1" spc="-54" dirty="0">
                <a:solidFill>
                  <a:srgbClr val="7E7E7E"/>
                </a:solidFill>
                <a:latin typeface="Calibri"/>
                <a:cs typeface="Calibri"/>
              </a:rPr>
              <a:t>7</a:t>
            </a:r>
            <a:r>
              <a:rPr sz="758" b="1" dirty="0">
                <a:solidFill>
                  <a:srgbClr val="7E7E7E"/>
                </a:solidFill>
                <a:latin typeface="Calibri"/>
                <a:cs typeface="Calibri"/>
              </a:rPr>
              <a:t>	</a:t>
            </a:r>
            <a:r>
              <a:rPr sz="758" spc="-22" dirty="0">
                <a:solidFill>
                  <a:srgbClr val="404040"/>
                </a:solidFill>
                <a:latin typeface="Calibri"/>
                <a:cs typeface="Calibri"/>
              </a:rPr>
              <a:t>Public</a:t>
            </a:r>
            <a:endParaRPr sz="758">
              <a:latin typeface="Calibri"/>
              <a:cs typeface="Calibri"/>
            </a:endParaRPr>
          </a:p>
        </p:txBody>
      </p:sp>
      <p:sp>
        <p:nvSpPr>
          <p:cNvPr id="7" name="object 7" descr="$PPTXTitle"/>
          <p:cNvSpPr txBox="1">
            <a:spLocks noGrp="1"/>
          </p:cNvSpPr>
          <p:nvPr>
            <p:ph type="title"/>
          </p:nvPr>
        </p:nvSpPr>
        <p:spPr>
          <a:xfrm>
            <a:off x="243047" y="558569"/>
            <a:ext cx="7715803" cy="363988"/>
          </a:xfrm>
          <a:prstGeom prst="rect">
            <a:avLst/>
          </a:prstGeom>
        </p:spPr>
        <p:txBody>
          <a:bodyPr vert="horz" wrap="square" lIns="0" tIns="13758" rIns="0" bIns="0" rtlCol="0" anchor="ctr">
            <a:spAutoFit/>
          </a:bodyPr>
          <a:lstStyle/>
          <a:p>
            <a:pPr marL="13758" algn="l">
              <a:spcBef>
                <a:spcPts val="108"/>
              </a:spcBef>
            </a:pPr>
            <a:r>
              <a:rPr dirty="0">
                <a:solidFill>
                  <a:srgbClr val="007DC5"/>
                </a:solidFill>
                <a:latin typeface="Calibri (MS)"/>
                <a:cs typeface="Calibri (MS)"/>
              </a:rPr>
              <a:t>Research and Innovation : TCS and IIT Madras Partnership</a:t>
            </a:r>
          </a:p>
        </p:txBody>
      </p:sp>
      <p:pic>
        <p:nvPicPr>
          <p:cNvPr id="12" name="object 12" descr="A couple of men standing in front of a presentation  Description automatically generated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341951" y="3027828"/>
            <a:ext cx="2579688" cy="2992438"/>
          </a:xfrm>
          <a:prstGeom prst="rect">
            <a:avLst/>
          </a:prstGeom>
        </p:spPr>
      </p:pic>
      <p:grpSp>
        <p:nvGrpSpPr>
          <p:cNvPr id="28" name="Group 27">
            <a:extLst>
              <a:ext uri="{FF2B5EF4-FFF2-40B4-BE49-F238E27FC236}">
                <a16:creationId xmlns:a16="http://schemas.microsoft.com/office/drawing/2014/main" id="{E8BC8CC8-EC14-A7B6-6F56-77E3420A6688}"/>
              </a:ext>
            </a:extLst>
          </p:cNvPr>
          <p:cNvGrpSpPr/>
          <p:nvPr/>
        </p:nvGrpSpPr>
        <p:grpSpPr>
          <a:xfrm>
            <a:off x="119245" y="1358891"/>
            <a:ext cx="4152472" cy="4102957"/>
            <a:chOff x="104013" y="1573418"/>
            <a:chExt cx="4152472" cy="4102957"/>
          </a:xfrm>
        </p:grpSpPr>
        <p:sp>
          <p:nvSpPr>
            <p:cNvPr id="8" name="object 8"/>
            <p:cNvSpPr txBox="1"/>
            <p:nvPr/>
          </p:nvSpPr>
          <p:spPr>
            <a:xfrm>
              <a:off x="276488" y="3861477"/>
              <a:ext cx="3725069" cy="1814898"/>
            </a:xfrm>
            <a:prstGeom prst="rect">
              <a:avLst/>
            </a:prstGeom>
          </p:spPr>
          <p:txBody>
            <a:bodyPr vert="horz" wrap="square" lIns="0" tIns="13758" rIns="0" bIns="0" rtlCol="0">
              <a:spAutoFit/>
            </a:bodyPr>
            <a:lstStyle/>
            <a:p>
              <a:pPr marL="184520" marR="5503" indent="-171450">
                <a:lnSpc>
                  <a:spcPct val="107300"/>
                </a:lnSpc>
                <a:spcBef>
                  <a:spcPts val="867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>
                  <a:tab pos="200178" algn="l"/>
                  <a:tab pos="234572" algn="l"/>
                </a:tabLst>
              </a:pPr>
              <a:r>
                <a:rPr sz="1200" dirty="0">
                  <a:latin typeface="Calibri"/>
                  <a:cs typeface="Calibri"/>
                </a:rPr>
                <a:t>TCS has master Collaboration Agreement with IITM for Research projects, Faculty engagements as Research Advisor to TCS Research projects, Student engagement internships, engagement with startups in IITM Research</a:t>
              </a:r>
            </a:p>
            <a:p>
              <a:pPr marL="184520" marR="5503" indent="-171450">
                <a:lnSpc>
                  <a:spcPct val="107300"/>
                </a:lnSpc>
                <a:spcBef>
                  <a:spcPts val="867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>
                  <a:tab pos="200178" algn="l"/>
                  <a:tab pos="234572" algn="l"/>
                </a:tabLst>
              </a:pPr>
              <a:r>
                <a:rPr sz="1200" dirty="0">
                  <a:latin typeface="Calibri"/>
                  <a:cs typeface="Calibri"/>
                </a:rPr>
                <a:t>TCS</a:t>
              </a:r>
              <a:r>
                <a:rPr sz="1200" spc="-16" dirty="0">
                  <a:latin typeface="Calibri"/>
                  <a:cs typeface="Calibri"/>
                </a:rPr>
                <a:t> </a:t>
              </a:r>
              <a:r>
                <a:rPr sz="1200" spc="-11" dirty="0">
                  <a:latin typeface="Calibri"/>
                  <a:cs typeface="Calibri"/>
                </a:rPr>
                <a:t>Innovation</a:t>
              </a:r>
              <a:r>
                <a:rPr sz="1200" spc="-49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Lab</a:t>
              </a:r>
              <a:r>
                <a:rPr sz="1200" spc="-11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at</a:t>
              </a:r>
              <a:r>
                <a:rPr sz="1200" spc="-5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IITM </a:t>
              </a:r>
              <a:r>
                <a:rPr sz="1200" spc="-11" dirty="0">
                  <a:latin typeface="Calibri"/>
                  <a:cs typeface="Calibri"/>
                </a:rPr>
                <a:t>Research</a:t>
              </a:r>
              <a:r>
                <a:rPr sz="1200" spc="-22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Park </a:t>
              </a:r>
              <a:r>
                <a:rPr sz="1200" spc="-11" dirty="0">
                  <a:latin typeface="Calibri"/>
                  <a:cs typeface="Calibri"/>
                </a:rPr>
                <a:t>facilitates</a:t>
              </a:r>
              <a:r>
                <a:rPr sz="1200" spc="-16" dirty="0">
                  <a:latin typeface="Calibri"/>
                  <a:cs typeface="Calibri"/>
                </a:rPr>
                <a:t> </a:t>
              </a:r>
              <a:r>
                <a:rPr sz="1200" spc="-22" dirty="0">
                  <a:latin typeface="Calibri"/>
                  <a:cs typeface="Calibri"/>
                </a:rPr>
                <a:t>easy </a:t>
              </a:r>
              <a:r>
                <a:rPr sz="1200" spc="-11" dirty="0">
                  <a:latin typeface="Calibri"/>
                  <a:cs typeface="Calibri"/>
                </a:rPr>
                <a:t>engagement</a:t>
              </a:r>
              <a:r>
                <a:rPr sz="1200" spc="-5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with </a:t>
              </a:r>
              <a:r>
                <a:rPr sz="1200" spc="-11" dirty="0">
                  <a:latin typeface="Calibri"/>
                  <a:cs typeface="Calibri"/>
                </a:rPr>
                <a:t>Faculty</a:t>
              </a:r>
              <a:r>
                <a:rPr sz="1200" spc="-16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and</a:t>
              </a:r>
              <a:r>
                <a:rPr sz="1200" spc="5" dirty="0">
                  <a:latin typeface="Calibri"/>
                  <a:cs typeface="Calibri"/>
                </a:rPr>
                <a:t> </a:t>
              </a:r>
              <a:r>
                <a:rPr sz="1200" spc="-11" dirty="0">
                  <a:latin typeface="Calibri"/>
                  <a:cs typeface="Calibri"/>
                </a:rPr>
                <a:t>Students</a:t>
              </a:r>
              <a:endParaRPr sz="1200" dirty="0">
                <a:latin typeface="Calibri"/>
                <a:cs typeface="Calibri"/>
              </a:endParaRPr>
            </a:p>
            <a:p>
              <a:pPr marL="184520" marR="5503" indent="-171450">
                <a:lnSpc>
                  <a:spcPct val="107300"/>
                </a:lnSpc>
                <a:spcBef>
                  <a:spcPts val="867"/>
                </a:spcBef>
                <a:buClr>
                  <a:schemeClr val="tx1"/>
                </a:buClr>
                <a:buFont typeface="Arial" panose="020B0604020202020204" pitchFamily="34" charset="0"/>
                <a:buChar char="•"/>
                <a:tabLst>
                  <a:tab pos="200178" algn="l"/>
                  <a:tab pos="234572" algn="l"/>
                </a:tabLst>
              </a:pPr>
              <a:r>
                <a:rPr sz="1200" dirty="0">
                  <a:latin typeface="Calibri"/>
                  <a:cs typeface="Calibri"/>
                </a:rPr>
                <a:t>TCS has signed MOUs / COIN partnerships in various</a:t>
              </a:r>
              <a:r>
                <a:rPr lang="en-US" sz="1200" dirty="0">
                  <a:latin typeface="Calibri"/>
                  <a:cs typeface="Calibri"/>
                </a:rPr>
                <a:t> </a:t>
              </a:r>
              <a:r>
                <a:rPr sz="1200" dirty="0">
                  <a:latin typeface="Calibri"/>
                  <a:cs typeface="Calibri"/>
                </a:rPr>
                <a:t>niche areas</a:t>
              </a:r>
            </a:p>
          </p:txBody>
        </p:sp>
        <p:grpSp>
          <p:nvGrpSpPr>
            <p:cNvPr id="9" name="object 9"/>
            <p:cNvGrpSpPr/>
            <p:nvPr/>
          </p:nvGrpSpPr>
          <p:grpSpPr>
            <a:xfrm>
              <a:off x="104013" y="1582343"/>
              <a:ext cx="3837887" cy="2109840"/>
              <a:chOff x="96011" y="867143"/>
              <a:chExt cx="3542665" cy="1947545"/>
            </a:xfrm>
          </p:grpSpPr>
          <p:pic>
            <p:nvPicPr>
              <p:cNvPr id="10" name="object 10"/>
              <p:cNvPicPr/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210290" y="1395936"/>
                <a:ext cx="3428280" cy="1418165"/>
              </a:xfrm>
              <a:prstGeom prst="rect">
                <a:avLst/>
              </a:prstGeom>
            </p:spPr>
          </p:pic>
          <p:pic>
            <p:nvPicPr>
              <p:cNvPr id="11" name="object 11"/>
              <p:cNvPicPr/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96011" y="867143"/>
                <a:ext cx="1221486" cy="963942"/>
              </a:xfrm>
              <a:prstGeom prst="rect">
                <a:avLst/>
              </a:prstGeom>
            </p:spPr>
          </p:pic>
        </p:grpSp>
        <p:sp>
          <p:nvSpPr>
            <p:cNvPr id="14" name="object 14"/>
            <p:cNvSpPr txBox="1"/>
            <p:nvPr/>
          </p:nvSpPr>
          <p:spPr>
            <a:xfrm>
              <a:off x="1485557" y="1573418"/>
              <a:ext cx="2770928" cy="564931"/>
            </a:xfrm>
            <a:prstGeom prst="rect">
              <a:avLst/>
            </a:prstGeom>
          </p:spPr>
          <p:txBody>
            <a:bodyPr vert="horz" wrap="square" lIns="0" tIns="14446" rIns="0" bIns="0" rtlCol="0">
              <a:spAutoFit/>
            </a:bodyPr>
            <a:lstStyle/>
            <a:p>
              <a:pPr marL="13758" marR="5503" algn="just">
                <a:spcBef>
                  <a:spcPts val="114"/>
                </a:spcBef>
              </a:pPr>
              <a:r>
                <a:rPr sz="1192" dirty="0">
                  <a:solidFill>
                    <a:srgbClr val="005B9C"/>
                  </a:solidFill>
                  <a:latin typeface="Calibri"/>
                  <a:cs typeface="Calibri"/>
                </a:rPr>
                <a:t>TCS</a:t>
              </a:r>
              <a:r>
                <a:rPr sz="1192" spc="-22" dirty="0">
                  <a:solidFill>
                    <a:srgbClr val="005B9C"/>
                  </a:solidFill>
                  <a:latin typeface="Calibri"/>
                  <a:cs typeface="Calibri"/>
                </a:rPr>
                <a:t> </a:t>
              </a:r>
              <a:r>
                <a:rPr sz="1192" dirty="0">
                  <a:solidFill>
                    <a:srgbClr val="005B9C"/>
                  </a:solidFill>
                  <a:latin typeface="Calibri"/>
                  <a:cs typeface="Calibri"/>
                </a:rPr>
                <a:t>has</a:t>
              </a:r>
              <a:r>
                <a:rPr sz="1192" spc="-22" dirty="0">
                  <a:solidFill>
                    <a:srgbClr val="005B9C"/>
                  </a:solidFill>
                  <a:latin typeface="Calibri"/>
                  <a:cs typeface="Calibri"/>
                </a:rPr>
                <a:t> </a:t>
              </a:r>
              <a:r>
                <a:rPr sz="1192" b="1" dirty="0">
                  <a:solidFill>
                    <a:srgbClr val="005B9C"/>
                  </a:solidFill>
                  <a:latin typeface="Calibri"/>
                  <a:cs typeface="Calibri"/>
                </a:rPr>
                <a:t>a</a:t>
              </a:r>
              <a:r>
                <a:rPr sz="1192" b="1" spc="-11" dirty="0">
                  <a:solidFill>
                    <a:srgbClr val="005B9C"/>
                  </a:solidFill>
                  <a:latin typeface="Calibri"/>
                  <a:cs typeface="Calibri"/>
                </a:rPr>
                <a:t> </a:t>
              </a:r>
              <a:r>
                <a:rPr sz="1192" b="1" dirty="0">
                  <a:solidFill>
                    <a:srgbClr val="005B9C"/>
                  </a:solidFill>
                  <a:latin typeface="Calibri"/>
                  <a:cs typeface="Calibri"/>
                </a:rPr>
                <a:t>R&amp;D</a:t>
              </a:r>
              <a:r>
                <a:rPr sz="1192" b="1" spc="-22" dirty="0">
                  <a:solidFill>
                    <a:srgbClr val="005B9C"/>
                  </a:solidFill>
                  <a:latin typeface="Calibri"/>
                  <a:cs typeface="Calibri"/>
                </a:rPr>
                <a:t> </a:t>
              </a:r>
              <a:r>
                <a:rPr sz="1192" b="1" dirty="0">
                  <a:solidFill>
                    <a:srgbClr val="005B9C"/>
                  </a:solidFill>
                  <a:latin typeface="Calibri"/>
                  <a:cs typeface="Calibri"/>
                </a:rPr>
                <a:t>Wing</a:t>
              </a:r>
              <a:r>
                <a:rPr sz="1192" b="1" spc="244" dirty="0">
                  <a:solidFill>
                    <a:srgbClr val="005B9C"/>
                  </a:solidFill>
                  <a:latin typeface="Calibri"/>
                  <a:cs typeface="Calibri"/>
                </a:rPr>
                <a:t> </a:t>
              </a:r>
              <a:r>
                <a:rPr sz="1192" b="1" dirty="0">
                  <a:solidFill>
                    <a:srgbClr val="005B9C"/>
                  </a:solidFill>
                  <a:latin typeface="Calibri"/>
                  <a:cs typeface="Calibri"/>
                </a:rPr>
                <a:t>“Innovation</a:t>
              </a:r>
              <a:r>
                <a:rPr sz="1192" b="1" spc="-32" dirty="0">
                  <a:solidFill>
                    <a:srgbClr val="005B9C"/>
                  </a:solidFill>
                  <a:latin typeface="Calibri"/>
                  <a:cs typeface="Calibri"/>
                </a:rPr>
                <a:t> </a:t>
              </a:r>
              <a:r>
                <a:rPr sz="1192" b="1" dirty="0">
                  <a:solidFill>
                    <a:srgbClr val="005B9C"/>
                  </a:solidFill>
                  <a:latin typeface="Calibri"/>
                  <a:cs typeface="Calibri"/>
                </a:rPr>
                <a:t>Labs”</a:t>
              </a:r>
              <a:r>
                <a:rPr sz="1192" b="1" spc="-27" dirty="0">
                  <a:solidFill>
                    <a:srgbClr val="005B9C"/>
                  </a:solidFill>
                  <a:latin typeface="Calibri"/>
                  <a:cs typeface="Calibri"/>
                </a:rPr>
                <a:t> </a:t>
              </a:r>
              <a:r>
                <a:rPr sz="1192" spc="-22" dirty="0">
                  <a:solidFill>
                    <a:srgbClr val="005B9C"/>
                  </a:solidFill>
                  <a:latin typeface="Calibri"/>
                  <a:cs typeface="Calibri"/>
                </a:rPr>
                <a:t>that </a:t>
              </a:r>
              <a:r>
                <a:rPr sz="1192" dirty="0">
                  <a:solidFill>
                    <a:srgbClr val="005B9C"/>
                  </a:solidFill>
                  <a:latin typeface="Calibri"/>
                  <a:cs typeface="Calibri"/>
                </a:rPr>
                <a:t>collaborates</a:t>
              </a:r>
              <a:r>
                <a:rPr sz="1192" spc="-65" dirty="0">
                  <a:solidFill>
                    <a:srgbClr val="005B9C"/>
                  </a:solidFill>
                  <a:latin typeface="Calibri"/>
                  <a:cs typeface="Calibri"/>
                </a:rPr>
                <a:t> </a:t>
              </a:r>
              <a:r>
                <a:rPr sz="1192" dirty="0">
                  <a:solidFill>
                    <a:srgbClr val="005B9C"/>
                  </a:solidFill>
                  <a:latin typeface="Calibri"/>
                  <a:cs typeface="Calibri"/>
                </a:rPr>
                <a:t>with</a:t>
              </a:r>
              <a:r>
                <a:rPr sz="1192" spc="-38" dirty="0">
                  <a:solidFill>
                    <a:srgbClr val="005B9C"/>
                  </a:solidFill>
                  <a:latin typeface="Calibri"/>
                  <a:cs typeface="Calibri"/>
                </a:rPr>
                <a:t> </a:t>
              </a:r>
              <a:r>
                <a:rPr sz="1192" dirty="0">
                  <a:solidFill>
                    <a:srgbClr val="005B9C"/>
                  </a:solidFill>
                  <a:latin typeface="Calibri"/>
                  <a:cs typeface="Calibri"/>
                </a:rPr>
                <a:t>IIT</a:t>
              </a:r>
              <a:r>
                <a:rPr sz="1192" spc="-16" dirty="0">
                  <a:solidFill>
                    <a:srgbClr val="005B9C"/>
                  </a:solidFill>
                  <a:latin typeface="Calibri"/>
                  <a:cs typeface="Calibri"/>
                </a:rPr>
                <a:t> </a:t>
              </a:r>
              <a:r>
                <a:rPr sz="1192" dirty="0">
                  <a:solidFill>
                    <a:srgbClr val="005B9C"/>
                  </a:solidFill>
                  <a:latin typeface="Calibri"/>
                  <a:cs typeface="Calibri"/>
                </a:rPr>
                <a:t>Madras</a:t>
              </a:r>
              <a:r>
                <a:rPr sz="1192" spc="-38" dirty="0">
                  <a:solidFill>
                    <a:srgbClr val="005B9C"/>
                  </a:solidFill>
                  <a:latin typeface="Calibri"/>
                  <a:cs typeface="Calibri"/>
                </a:rPr>
                <a:t> </a:t>
              </a:r>
              <a:r>
                <a:rPr sz="1192" dirty="0">
                  <a:solidFill>
                    <a:srgbClr val="005B9C"/>
                  </a:solidFill>
                  <a:latin typeface="Calibri"/>
                  <a:cs typeface="Calibri"/>
                </a:rPr>
                <a:t>for</a:t>
              </a:r>
              <a:r>
                <a:rPr sz="1192" spc="-16" dirty="0">
                  <a:solidFill>
                    <a:srgbClr val="005B9C"/>
                  </a:solidFill>
                  <a:latin typeface="Calibri"/>
                  <a:cs typeface="Calibri"/>
                </a:rPr>
                <a:t> </a:t>
              </a:r>
              <a:r>
                <a:rPr sz="1192" b="1" dirty="0">
                  <a:solidFill>
                    <a:srgbClr val="005B9C"/>
                  </a:solidFill>
                  <a:latin typeface="Calibri"/>
                  <a:cs typeface="Calibri"/>
                </a:rPr>
                <a:t>full</a:t>
              </a:r>
              <a:r>
                <a:rPr sz="1192" b="1" spc="-11" dirty="0">
                  <a:solidFill>
                    <a:srgbClr val="005B9C"/>
                  </a:solidFill>
                  <a:latin typeface="Calibri"/>
                  <a:cs typeface="Calibri"/>
                </a:rPr>
                <a:t> pledged </a:t>
              </a:r>
              <a:r>
                <a:rPr sz="1192" b="1" dirty="0">
                  <a:solidFill>
                    <a:srgbClr val="005B9C"/>
                  </a:solidFill>
                  <a:latin typeface="Calibri"/>
                  <a:cs typeface="Calibri"/>
                </a:rPr>
                <a:t>Research</a:t>
              </a:r>
              <a:r>
                <a:rPr sz="1192" b="1" spc="-38" dirty="0">
                  <a:solidFill>
                    <a:srgbClr val="005B9C"/>
                  </a:solidFill>
                  <a:latin typeface="Calibri"/>
                  <a:cs typeface="Calibri"/>
                </a:rPr>
                <a:t> </a:t>
              </a:r>
              <a:r>
                <a:rPr sz="1192" b="1" dirty="0">
                  <a:solidFill>
                    <a:srgbClr val="005B9C"/>
                  </a:solidFill>
                  <a:latin typeface="Calibri"/>
                  <a:cs typeface="Calibri"/>
                </a:rPr>
                <a:t>and</a:t>
              </a:r>
              <a:r>
                <a:rPr sz="1192" b="1" spc="-27" dirty="0">
                  <a:solidFill>
                    <a:srgbClr val="005B9C"/>
                  </a:solidFill>
                  <a:latin typeface="Calibri"/>
                  <a:cs typeface="Calibri"/>
                </a:rPr>
                <a:t> </a:t>
              </a:r>
              <a:r>
                <a:rPr sz="1192" b="1" spc="-11" dirty="0">
                  <a:solidFill>
                    <a:srgbClr val="005B9C"/>
                  </a:solidFill>
                  <a:latin typeface="Calibri"/>
                  <a:cs typeface="Calibri"/>
                </a:rPr>
                <a:t>Innovation</a:t>
              </a:r>
              <a:endParaRPr sz="1192" dirty="0">
                <a:latin typeface="Calibri"/>
                <a:cs typeface="Calibri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6AC9AA55-F9CB-D302-2DBB-0F455F933F37}"/>
              </a:ext>
            </a:extLst>
          </p:cNvPr>
          <p:cNvGrpSpPr/>
          <p:nvPr/>
        </p:nvGrpSpPr>
        <p:grpSpPr>
          <a:xfrm>
            <a:off x="4401723" y="1367816"/>
            <a:ext cx="5456555" cy="4677165"/>
            <a:chOff x="4345088" y="1407556"/>
            <a:chExt cx="5456555" cy="4677165"/>
          </a:xfrm>
        </p:grpSpPr>
        <p:grpSp>
          <p:nvGrpSpPr>
            <p:cNvPr id="4" name="object 4"/>
            <p:cNvGrpSpPr/>
            <p:nvPr/>
          </p:nvGrpSpPr>
          <p:grpSpPr>
            <a:xfrm>
              <a:off x="4345088" y="1407556"/>
              <a:ext cx="5456555" cy="1624859"/>
              <a:chOff x="4010850" y="705802"/>
              <a:chExt cx="5036820" cy="1499870"/>
            </a:xfrm>
          </p:grpSpPr>
          <p:sp>
            <p:nvSpPr>
              <p:cNvPr id="5" name="object 5"/>
              <p:cNvSpPr/>
              <p:nvPr/>
            </p:nvSpPr>
            <p:spPr>
              <a:xfrm>
                <a:off x="4025138" y="720090"/>
                <a:ext cx="5008245" cy="1471295"/>
              </a:xfrm>
              <a:custGeom>
                <a:avLst/>
                <a:gdLst/>
                <a:ahLst/>
                <a:cxnLst/>
                <a:rect l="l" t="t" r="r" b="b"/>
                <a:pathLst>
                  <a:path w="5008245" h="1471295">
                    <a:moveTo>
                      <a:pt x="5008245" y="0"/>
                    </a:moveTo>
                    <a:lnTo>
                      <a:pt x="0" y="0"/>
                    </a:lnTo>
                    <a:lnTo>
                      <a:pt x="0" y="1470787"/>
                    </a:lnTo>
                    <a:lnTo>
                      <a:pt x="5008245" y="1470787"/>
                    </a:lnTo>
                    <a:lnTo>
                      <a:pt x="5008245" y="0"/>
                    </a:lnTo>
                    <a:close/>
                  </a:path>
                </a:pathLst>
              </a:custGeom>
              <a:solidFill>
                <a:srgbClr val="0E5389"/>
              </a:solidFill>
            </p:spPr>
            <p:txBody>
              <a:bodyPr wrap="square" lIns="0" tIns="0" rIns="0" bIns="0" rtlCol="0"/>
              <a:lstStyle/>
              <a:p>
                <a:endParaRPr sz="1950"/>
              </a:p>
            </p:txBody>
          </p:sp>
          <p:sp>
            <p:nvSpPr>
              <p:cNvPr id="6" name="object 6"/>
              <p:cNvSpPr/>
              <p:nvPr/>
            </p:nvSpPr>
            <p:spPr>
              <a:xfrm>
                <a:off x="4025138" y="720090"/>
                <a:ext cx="5008245" cy="1471295"/>
              </a:xfrm>
              <a:custGeom>
                <a:avLst/>
                <a:gdLst/>
                <a:ahLst/>
                <a:cxnLst/>
                <a:rect l="l" t="t" r="r" b="b"/>
                <a:pathLst>
                  <a:path w="5008245" h="1471295">
                    <a:moveTo>
                      <a:pt x="0" y="1470787"/>
                    </a:moveTo>
                    <a:lnTo>
                      <a:pt x="5008245" y="1470787"/>
                    </a:lnTo>
                    <a:lnTo>
                      <a:pt x="5008245" y="0"/>
                    </a:lnTo>
                    <a:lnTo>
                      <a:pt x="0" y="0"/>
                    </a:lnTo>
                    <a:lnTo>
                      <a:pt x="0" y="1470787"/>
                    </a:lnTo>
                    <a:close/>
                  </a:path>
                </a:pathLst>
              </a:custGeom>
              <a:ln w="28575">
                <a:solidFill>
                  <a:srgbClr val="A6A6A6"/>
                </a:solidFill>
              </a:ln>
            </p:spPr>
            <p:txBody>
              <a:bodyPr wrap="square" lIns="0" tIns="0" rIns="0" bIns="0" rtlCol="0"/>
              <a:lstStyle/>
              <a:p>
                <a:endParaRPr sz="1950"/>
              </a:p>
            </p:txBody>
          </p:sp>
        </p:grpSp>
        <p:sp>
          <p:nvSpPr>
            <p:cNvPr id="13" name="object 13"/>
            <p:cNvSpPr/>
            <p:nvPr/>
          </p:nvSpPr>
          <p:spPr>
            <a:xfrm>
              <a:off x="6969147" y="3682516"/>
              <a:ext cx="2817019" cy="2402205"/>
            </a:xfrm>
            <a:custGeom>
              <a:avLst/>
              <a:gdLst/>
              <a:ahLst/>
              <a:cxnLst/>
              <a:rect l="l" t="t" r="r" b="b"/>
              <a:pathLst>
                <a:path w="2600325" h="2217420">
                  <a:moveTo>
                    <a:pt x="2600324" y="0"/>
                  </a:moveTo>
                  <a:lnTo>
                    <a:pt x="0" y="0"/>
                  </a:lnTo>
                  <a:lnTo>
                    <a:pt x="0" y="2217293"/>
                  </a:lnTo>
                  <a:lnTo>
                    <a:pt x="2600324" y="2217293"/>
                  </a:lnTo>
                  <a:lnTo>
                    <a:pt x="2600324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 sz="1950"/>
            </a:p>
          </p:txBody>
        </p:sp>
        <p:sp>
          <p:nvSpPr>
            <p:cNvPr id="26" name="object 26"/>
            <p:cNvSpPr txBox="1"/>
            <p:nvPr/>
          </p:nvSpPr>
          <p:spPr>
            <a:xfrm>
              <a:off x="4560474" y="2775604"/>
              <a:ext cx="5079577" cy="3249918"/>
            </a:xfrm>
            <a:prstGeom prst="rect">
              <a:avLst/>
            </a:prstGeom>
          </p:spPr>
          <p:txBody>
            <a:bodyPr vert="horz" wrap="square" lIns="0" tIns="13070" rIns="0" bIns="0" rtlCol="0">
              <a:spAutoFit/>
            </a:bodyPr>
            <a:lstStyle/>
            <a:p>
              <a:pPr>
                <a:lnSpc>
                  <a:spcPct val="100000"/>
                </a:lnSpc>
              </a:pPr>
              <a:endParaRPr sz="1083" dirty="0">
                <a:latin typeface="Calibri"/>
                <a:cs typeface="Calibri"/>
              </a:endParaRPr>
            </a:p>
            <a:p>
              <a:pPr>
                <a:spcBef>
                  <a:spcPts val="217"/>
                </a:spcBef>
              </a:pPr>
              <a:endParaRPr sz="1083" dirty="0">
                <a:latin typeface="Calibri"/>
                <a:cs typeface="Calibri"/>
              </a:endParaRPr>
            </a:p>
            <a:p>
              <a:pPr marL="2447532">
                <a:spcBef>
                  <a:spcPts val="5"/>
                </a:spcBef>
              </a:pPr>
              <a:r>
                <a:rPr sz="1300" dirty="0">
                  <a:solidFill>
                    <a:srgbClr val="005B9C"/>
                  </a:solidFill>
                  <a:latin typeface="Calibri"/>
                  <a:cs typeface="Calibri"/>
                </a:rPr>
                <a:t>TCS</a:t>
              </a:r>
              <a:r>
                <a:rPr sz="1300" spc="-27" dirty="0">
                  <a:solidFill>
                    <a:srgbClr val="005B9C"/>
                  </a:solidFill>
                  <a:latin typeface="Calibri"/>
                  <a:cs typeface="Calibri"/>
                </a:rPr>
                <a:t> </a:t>
              </a:r>
              <a:r>
                <a:rPr sz="1300" dirty="0">
                  <a:solidFill>
                    <a:srgbClr val="005B9C"/>
                  </a:solidFill>
                  <a:latin typeface="Calibri"/>
                  <a:cs typeface="Calibri"/>
                </a:rPr>
                <a:t>and</a:t>
              </a:r>
              <a:r>
                <a:rPr sz="1300" spc="-38" dirty="0">
                  <a:solidFill>
                    <a:srgbClr val="005B9C"/>
                  </a:solidFill>
                  <a:latin typeface="Calibri"/>
                  <a:cs typeface="Calibri"/>
                </a:rPr>
                <a:t> </a:t>
              </a:r>
              <a:r>
                <a:rPr sz="1300" dirty="0">
                  <a:solidFill>
                    <a:srgbClr val="005B9C"/>
                  </a:solidFill>
                  <a:latin typeface="Calibri"/>
                  <a:cs typeface="Calibri"/>
                </a:rPr>
                <a:t>IIT</a:t>
              </a:r>
              <a:r>
                <a:rPr sz="1300" spc="-16" dirty="0">
                  <a:solidFill>
                    <a:srgbClr val="005B9C"/>
                  </a:solidFill>
                  <a:latin typeface="Calibri"/>
                  <a:cs typeface="Calibri"/>
                </a:rPr>
                <a:t> </a:t>
              </a:r>
              <a:r>
                <a:rPr sz="1300" dirty="0">
                  <a:solidFill>
                    <a:srgbClr val="005B9C"/>
                  </a:solidFill>
                  <a:latin typeface="Calibri"/>
                  <a:cs typeface="Calibri"/>
                </a:rPr>
                <a:t>Madras</a:t>
              </a:r>
              <a:r>
                <a:rPr sz="1300" spc="-43" dirty="0">
                  <a:solidFill>
                    <a:srgbClr val="005B9C"/>
                  </a:solidFill>
                  <a:latin typeface="Calibri"/>
                  <a:cs typeface="Calibri"/>
                </a:rPr>
                <a:t> </a:t>
              </a:r>
              <a:r>
                <a:rPr sz="1300" dirty="0">
                  <a:solidFill>
                    <a:srgbClr val="005B9C"/>
                  </a:solidFill>
                  <a:latin typeface="Calibri"/>
                  <a:cs typeface="Calibri"/>
                </a:rPr>
                <a:t>Partner</a:t>
              </a:r>
              <a:r>
                <a:rPr sz="1300" spc="-54" dirty="0">
                  <a:solidFill>
                    <a:srgbClr val="005B9C"/>
                  </a:solidFill>
                  <a:latin typeface="Calibri"/>
                  <a:cs typeface="Calibri"/>
                </a:rPr>
                <a:t> </a:t>
              </a:r>
              <a:r>
                <a:rPr sz="1300" dirty="0">
                  <a:solidFill>
                    <a:srgbClr val="005B9C"/>
                  </a:solidFill>
                  <a:latin typeface="Calibri"/>
                  <a:cs typeface="Calibri"/>
                </a:rPr>
                <a:t>to</a:t>
              </a:r>
              <a:r>
                <a:rPr sz="1300" spc="-27" dirty="0">
                  <a:solidFill>
                    <a:srgbClr val="005B9C"/>
                  </a:solidFill>
                  <a:latin typeface="Calibri"/>
                  <a:cs typeface="Calibri"/>
                </a:rPr>
                <a:t> </a:t>
              </a:r>
              <a:r>
                <a:rPr sz="1300" spc="-11" dirty="0">
                  <a:solidFill>
                    <a:srgbClr val="005B9C"/>
                  </a:solidFill>
                  <a:latin typeface="Calibri"/>
                  <a:cs typeface="Calibri"/>
                </a:rPr>
                <a:t>Launch</a:t>
              </a:r>
              <a:endParaRPr sz="1300" dirty="0">
                <a:latin typeface="Calibri"/>
                <a:cs typeface="Calibri"/>
              </a:endParaRPr>
            </a:p>
            <a:p>
              <a:pPr marL="2485366"/>
              <a:r>
                <a:rPr sz="1300" b="1" dirty="0">
                  <a:solidFill>
                    <a:srgbClr val="005B9C"/>
                  </a:solidFill>
                  <a:latin typeface="Calibri"/>
                  <a:cs typeface="Calibri"/>
                </a:rPr>
                <a:t>M</a:t>
              </a:r>
              <a:r>
                <a:rPr sz="1300" b="1" spc="-38" dirty="0">
                  <a:solidFill>
                    <a:srgbClr val="005B9C"/>
                  </a:solidFill>
                  <a:latin typeface="Calibri"/>
                  <a:cs typeface="Calibri"/>
                </a:rPr>
                <a:t> </a:t>
              </a:r>
              <a:r>
                <a:rPr sz="1300" b="1" spc="-22" dirty="0">
                  <a:solidFill>
                    <a:srgbClr val="005B9C"/>
                  </a:solidFill>
                  <a:latin typeface="Calibri"/>
                  <a:cs typeface="Calibri"/>
                </a:rPr>
                <a:t>Tech </a:t>
              </a:r>
              <a:r>
                <a:rPr sz="1300" b="1" spc="-11" dirty="0">
                  <a:solidFill>
                    <a:srgbClr val="005B9C"/>
                  </a:solidFill>
                  <a:latin typeface="Calibri"/>
                  <a:cs typeface="Calibri"/>
                </a:rPr>
                <a:t>Program</a:t>
              </a:r>
              <a:r>
                <a:rPr sz="1300" b="1" spc="-32" dirty="0">
                  <a:solidFill>
                    <a:srgbClr val="005B9C"/>
                  </a:solidFill>
                  <a:latin typeface="Calibri"/>
                  <a:cs typeface="Calibri"/>
                </a:rPr>
                <a:t> </a:t>
              </a:r>
              <a:r>
                <a:rPr sz="1300" b="1" dirty="0">
                  <a:solidFill>
                    <a:srgbClr val="005B9C"/>
                  </a:solidFill>
                  <a:latin typeface="Calibri"/>
                  <a:cs typeface="Calibri"/>
                </a:rPr>
                <a:t>in</a:t>
              </a:r>
              <a:r>
                <a:rPr sz="1300" b="1" spc="-22" dirty="0">
                  <a:solidFill>
                    <a:srgbClr val="005B9C"/>
                  </a:solidFill>
                  <a:latin typeface="Calibri"/>
                  <a:cs typeface="Calibri"/>
                </a:rPr>
                <a:t> </a:t>
              </a:r>
              <a:r>
                <a:rPr sz="1300" b="1" dirty="0">
                  <a:solidFill>
                    <a:srgbClr val="005B9C"/>
                  </a:solidFill>
                  <a:latin typeface="Calibri"/>
                  <a:cs typeface="Calibri"/>
                </a:rPr>
                <a:t>Industrial</a:t>
              </a:r>
              <a:r>
                <a:rPr sz="1300" b="1" spc="-32" dirty="0">
                  <a:solidFill>
                    <a:srgbClr val="005B9C"/>
                  </a:solidFill>
                  <a:latin typeface="Calibri"/>
                  <a:cs typeface="Calibri"/>
                </a:rPr>
                <a:t> </a:t>
              </a:r>
              <a:r>
                <a:rPr sz="1300" b="1" spc="-27" dirty="0">
                  <a:solidFill>
                    <a:srgbClr val="005B9C"/>
                  </a:solidFill>
                  <a:latin typeface="Calibri"/>
                  <a:cs typeface="Calibri"/>
                </a:rPr>
                <a:t>AI</a:t>
              </a:r>
              <a:endParaRPr sz="1300" dirty="0">
                <a:latin typeface="Calibri"/>
                <a:cs typeface="Calibri"/>
              </a:endParaRPr>
            </a:p>
            <a:p>
              <a:pPr marL="2447532" marR="15821">
                <a:lnSpc>
                  <a:spcPct val="107000"/>
                </a:lnSpc>
                <a:spcBef>
                  <a:spcPts val="1284"/>
                </a:spcBef>
              </a:pPr>
              <a:r>
                <a:rPr sz="975" dirty="0">
                  <a:latin typeface="Calibri"/>
                  <a:cs typeface="Calibri"/>
                </a:rPr>
                <a:t>TCS</a:t>
              </a:r>
              <a:r>
                <a:rPr sz="975" spc="-16" dirty="0">
                  <a:latin typeface="Calibri"/>
                  <a:cs typeface="Calibri"/>
                </a:rPr>
                <a:t> </a:t>
              </a:r>
              <a:r>
                <a:rPr sz="975" spc="-11" dirty="0">
                  <a:latin typeface="Calibri"/>
                  <a:cs typeface="Calibri"/>
                </a:rPr>
                <a:t>operations</a:t>
              </a:r>
              <a:r>
                <a:rPr sz="975" dirty="0">
                  <a:latin typeface="Calibri"/>
                  <a:cs typeface="Calibri"/>
                </a:rPr>
                <a:t> at</a:t>
              </a:r>
              <a:r>
                <a:rPr sz="975" spc="-22" dirty="0">
                  <a:latin typeface="Calibri"/>
                  <a:cs typeface="Calibri"/>
                </a:rPr>
                <a:t> </a:t>
              </a:r>
              <a:r>
                <a:rPr sz="975" b="1" dirty="0">
                  <a:latin typeface="Calibri"/>
                  <a:cs typeface="Calibri"/>
                </a:rPr>
                <a:t>IIT</a:t>
              </a:r>
              <a:r>
                <a:rPr sz="975" b="1" spc="-11" dirty="0">
                  <a:latin typeface="Calibri"/>
                  <a:cs typeface="Calibri"/>
                </a:rPr>
                <a:t> Madras</a:t>
              </a:r>
              <a:r>
                <a:rPr sz="975" b="1" spc="22" dirty="0">
                  <a:latin typeface="Calibri"/>
                  <a:cs typeface="Calibri"/>
                </a:rPr>
                <a:t> </a:t>
              </a:r>
              <a:r>
                <a:rPr sz="975" spc="-11" dirty="0">
                  <a:latin typeface="Calibri"/>
                  <a:cs typeface="Calibri"/>
                </a:rPr>
                <a:t>Research</a:t>
              </a:r>
              <a:r>
                <a:rPr sz="975" spc="-27" dirty="0">
                  <a:latin typeface="Calibri"/>
                  <a:cs typeface="Calibri"/>
                </a:rPr>
                <a:t> </a:t>
              </a:r>
              <a:r>
                <a:rPr sz="975" dirty="0">
                  <a:latin typeface="Calibri"/>
                  <a:cs typeface="Calibri"/>
                </a:rPr>
                <a:t>Park</a:t>
              </a:r>
              <a:r>
                <a:rPr sz="975" spc="-11" dirty="0">
                  <a:latin typeface="Calibri"/>
                  <a:cs typeface="Calibri"/>
                </a:rPr>
                <a:t> </a:t>
              </a:r>
              <a:r>
                <a:rPr sz="975" spc="-27" dirty="0">
                  <a:latin typeface="Calibri"/>
                  <a:cs typeface="Calibri"/>
                </a:rPr>
                <a:t>are</a:t>
              </a:r>
              <a:r>
                <a:rPr sz="975" spc="542" dirty="0">
                  <a:latin typeface="Calibri"/>
                  <a:cs typeface="Calibri"/>
                </a:rPr>
                <a:t> </a:t>
              </a:r>
              <a:r>
                <a:rPr sz="975" dirty="0">
                  <a:latin typeface="Calibri"/>
                  <a:cs typeface="Calibri"/>
                </a:rPr>
                <a:t>certified</a:t>
              </a:r>
              <a:r>
                <a:rPr sz="975" spc="-5" dirty="0">
                  <a:latin typeface="Calibri"/>
                  <a:cs typeface="Calibri"/>
                </a:rPr>
                <a:t> </a:t>
              </a:r>
              <a:r>
                <a:rPr sz="975" b="1" dirty="0">
                  <a:latin typeface="Calibri"/>
                  <a:cs typeface="Calibri"/>
                </a:rPr>
                <a:t>by</a:t>
              </a:r>
              <a:r>
                <a:rPr sz="975" b="1" spc="-27" dirty="0">
                  <a:latin typeface="Calibri"/>
                  <a:cs typeface="Calibri"/>
                </a:rPr>
                <a:t> </a:t>
              </a:r>
              <a:r>
                <a:rPr sz="975" b="1" dirty="0">
                  <a:latin typeface="Calibri"/>
                  <a:cs typeface="Calibri"/>
                </a:rPr>
                <a:t>Indian</a:t>
              </a:r>
              <a:r>
                <a:rPr sz="975" b="1" spc="11" dirty="0">
                  <a:latin typeface="Calibri"/>
                  <a:cs typeface="Calibri"/>
                </a:rPr>
                <a:t> </a:t>
              </a:r>
              <a:r>
                <a:rPr sz="975" b="1" spc="-11" dirty="0">
                  <a:latin typeface="Calibri"/>
                  <a:cs typeface="Calibri"/>
                </a:rPr>
                <a:t>Government</a:t>
              </a:r>
              <a:r>
                <a:rPr sz="975" b="1" spc="5" dirty="0">
                  <a:latin typeface="Calibri"/>
                  <a:cs typeface="Calibri"/>
                </a:rPr>
                <a:t> </a:t>
              </a:r>
              <a:r>
                <a:rPr sz="975" b="1" spc="-11" dirty="0">
                  <a:latin typeface="Calibri"/>
                  <a:cs typeface="Calibri"/>
                </a:rPr>
                <a:t>Ministry</a:t>
              </a:r>
              <a:r>
                <a:rPr sz="975" b="1" spc="-5" dirty="0">
                  <a:latin typeface="Calibri"/>
                  <a:cs typeface="Calibri"/>
                </a:rPr>
                <a:t> </a:t>
              </a:r>
              <a:r>
                <a:rPr sz="975" b="1" dirty="0">
                  <a:latin typeface="Calibri"/>
                  <a:cs typeface="Calibri"/>
                </a:rPr>
                <a:t>of</a:t>
              </a:r>
              <a:r>
                <a:rPr sz="975" b="1" spc="-5" dirty="0">
                  <a:latin typeface="Calibri"/>
                  <a:cs typeface="Calibri"/>
                </a:rPr>
                <a:t> </a:t>
              </a:r>
              <a:r>
                <a:rPr sz="975" b="1" spc="-11" dirty="0">
                  <a:latin typeface="Calibri"/>
                  <a:cs typeface="Calibri"/>
                </a:rPr>
                <a:t>Science</a:t>
              </a:r>
              <a:r>
                <a:rPr sz="975" b="1" spc="542" dirty="0">
                  <a:latin typeface="Calibri"/>
                  <a:cs typeface="Calibri"/>
                </a:rPr>
                <a:t> </a:t>
              </a:r>
              <a:r>
                <a:rPr sz="975" b="1" dirty="0">
                  <a:latin typeface="Calibri"/>
                  <a:cs typeface="Calibri"/>
                </a:rPr>
                <a:t>and</a:t>
              </a:r>
              <a:r>
                <a:rPr sz="975" b="1" spc="-22" dirty="0">
                  <a:latin typeface="Calibri"/>
                  <a:cs typeface="Calibri"/>
                </a:rPr>
                <a:t> </a:t>
              </a:r>
              <a:r>
                <a:rPr sz="975" b="1" spc="-11" dirty="0">
                  <a:latin typeface="Calibri"/>
                  <a:cs typeface="Calibri"/>
                </a:rPr>
                <a:t>Technology</a:t>
              </a:r>
              <a:r>
                <a:rPr sz="975" b="1" spc="5" dirty="0">
                  <a:latin typeface="Calibri"/>
                  <a:cs typeface="Calibri"/>
                </a:rPr>
                <a:t> </a:t>
              </a:r>
              <a:r>
                <a:rPr sz="975" dirty="0">
                  <a:latin typeface="Calibri"/>
                  <a:cs typeface="Calibri"/>
                </a:rPr>
                <a:t>scheme</a:t>
              </a:r>
              <a:r>
                <a:rPr sz="975" spc="-16" dirty="0">
                  <a:latin typeface="Calibri"/>
                  <a:cs typeface="Calibri"/>
                </a:rPr>
                <a:t> </a:t>
              </a:r>
              <a:r>
                <a:rPr sz="975" dirty="0">
                  <a:latin typeface="Calibri"/>
                  <a:cs typeface="Calibri"/>
                </a:rPr>
                <a:t>under </a:t>
              </a:r>
              <a:r>
                <a:rPr sz="975" b="1" spc="-11" dirty="0">
                  <a:latin typeface="Calibri"/>
                  <a:cs typeface="Calibri"/>
                </a:rPr>
                <a:t>Department</a:t>
              </a:r>
              <a:r>
                <a:rPr sz="975" b="1" spc="-16" dirty="0">
                  <a:latin typeface="Calibri"/>
                  <a:cs typeface="Calibri"/>
                </a:rPr>
                <a:t> </a:t>
              </a:r>
              <a:r>
                <a:rPr sz="975" b="1" spc="-27" dirty="0">
                  <a:latin typeface="Calibri"/>
                  <a:cs typeface="Calibri"/>
                </a:rPr>
                <a:t>of</a:t>
              </a:r>
              <a:r>
                <a:rPr sz="975" b="1" spc="542" dirty="0">
                  <a:latin typeface="Calibri"/>
                  <a:cs typeface="Calibri"/>
                </a:rPr>
                <a:t> </a:t>
              </a:r>
              <a:r>
                <a:rPr sz="975" b="1" dirty="0">
                  <a:latin typeface="Calibri"/>
                  <a:cs typeface="Calibri"/>
                </a:rPr>
                <a:t>Scientific</a:t>
              </a:r>
              <a:r>
                <a:rPr sz="975" b="1" spc="5" dirty="0">
                  <a:latin typeface="Calibri"/>
                  <a:cs typeface="Calibri"/>
                </a:rPr>
                <a:t> </a:t>
              </a:r>
              <a:r>
                <a:rPr sz="975" b="1" dirty="0">
                  <a:latin typeface="Calibri"/>
                  <a:cs typeface="Calibri"/>
                </a:rPr>
                <a:t>and </a:t>
              </a:r>
              <a:r>
                <a:rPr sz="975" b="1" spc="-11" dirty="0">
                  <a:latin typeface="Calibri"/>
                  <a:cs typeface="Calibri"/>
                </a:rPr>
                <a:t>Industrial</a:t>
              </a:r>
              <a:r>
                <a:rPr sz="975" b="1" spc="11" dirty="0">
                  <a:latin typeface="Calibri"/>
                  <a:cs typeface="Calibri"/>
                </a:rPr>
                <a:t> </a:t>
              </a:r>
              <a:r>
                <a:rPr sz="975" b="1" spc="-11" dirty="0">
                  <a:latin typeface="Calibri"/>
                  <a:cs typeface="Calibri"/>
                </a:rPr>
                <a:t>Research (DSIR)</a:t>
              </a:r>
              <a:endParaRPr sz="975" dirty="0">
                <a:latin typeface="Calibri"/>
                <a:cs typeface="Calibri"/>
              </a:endParaRPr>
            </a:p>
            <a:p>
              <a:pPr marL="2632576" marR="125197" indent="-185732">
                <a:lnSpc>
                  <a:spcPct val="106900"/>
                </a:lnSpc>
                <a:spcBef>
                  <a:spcPts val="872"/>
                </a:spcBef>
                <a:buFont typeface="Wingdings"/>
                <a:buChar char=""/>
                <a:tabLst>
                  <a:tab pos="2633952" algn="l"/>
                </a:tabLst>
              </a:pPr>
              <a:r>
                <a:rPr sz="975" dirty="0">
                  <a:latin typeface="Calibri"/>
                  <a:cs typeface="Calibri"/>
                </a:rPr>
                <a:t>DSIR</a:t>
              </a:r>
              <a:r>
                <a:rPr sz="975" spc="-22" dirty="0">
                  <a:latin typeface="Calibri"/>
                  <a:cs typeface="Calibri"/>
                </a:rPr>
                <a:t> </a:t>
              </a:r>
              <a:r>
                <a:rPr sz="975" dirty="0">
                  <a:latin typeface="Calibri"/>
                  <a:cs typeface="Calibri"/>
                </a:rPr>
                <a:t>certified</a:t>
              </a:r>
              <a:r>
                <a:rPr sz="975" spc="11" dirty="0">
                  <a:latin typeface="Calibri"/>
                  <a:cs typeface="Calibri"/>
                </a:rPr>
                <a:t> </a:t>
              </a:r>
              <a:r>
                <a:rPr sz="975" spc="-11" dirty="0">
                  <a:latin typeface="Calibri"/>
                  <a:cs typeface="Calibri"/>
                </a:rPr>
                <a:t>research Centers</a:t>
              </a:r>
              <a:r>
                <a:rPr sz="975" spc="-5" dirty="0">
                  <a:latin typeface="Calibri"/>
                  <a:cs typeface="Calibri"/>
                </a:rPr>
                <a:t> </a:t>
              </a:r>
              <a:r>
                <a:rPr sz="975" dirty="0">
                  <a:latin typeface="Calibri"/>
                  <a:cs typeface="Calibri"/>
                </a:rPr>
                <a:t>are</a:t>
              </a:r>
              <a:r>
                <a:rPr sz="975" spc="-11" dirty="0">
                  <a:latin typeface="Calibri"/>
                  <a:cs typeface="Calibri"/>
                </a:rPr>
                <a:t> engaged</a:t>
              </a:r>
              <a:r>
                <a:rPr sz="975" spc="11" dirty="0">
                  <a:latin typeface="Calibri"/>
                  <a:cs typeface="Calibri"/>
                </a:rPr>
                <a:t> </a:t>
              </a:r>
              <a:r>
                <a:rPr sz="975" spc="-27" dirty="0">
                  <a:latin typeface="Calibri"/>
                  <a:cs typeface="Calibri"/>
                </a:rPr>
                <a:t>in</a:t>
              </a:r>
              <a:r>
                <a:rPr sz="975" spc="542" dirty="0">
                  <a:latin typeface="Calibri"/>
                  <a:cs typeface="Calibri"/>
                </a:rPr>
                <a:t> 	</a:t>
              </a:r>
              <a:r>
                <a:rPr sz="975" b="1" spc="-11" dirty="0">
                  <a:latin typeface="Calibri"/>
                  <a:cs typeface="Calibri"/>
                </a:rPr>
                <a:t>innovative</a:t>
              </a:r>
              <a:r>
                <a:rPr sz="975" b="1" spc="49" dirty="0">
                  <a:latin typeface="Calibri"/>
                  <a:cs typeface="Calibri"/>
                </a:rPr>
                <a:t> </a:t>
              </a:r>
              <a:r>
                <a:rPr sz="975" b="1" spc="-11" dirty="0">
                  <a:latin typeface="Calibri"/>
                  <a:cs typeface="Calibri"/>
                </a:rPr>
                <a:t>research</a:t>
              </a:r>
              <a:r>
                <a:rPr sz="975" b="1" dirty="0">
                  <a:latin typeface="Calibri"/>
                  <a:cs typeface="Calibri"/>
                </a:rPr>
                <a:t> &amp; </a:t>
              </a:r>
              <a:r>
                <a:rPr sz="975" b="1" spc="-11" dirty="0">
                  <a:latin typeface="Calibri"/>
                  <a:cs typeface="Calibri"/>
                </a:rPr>
                <a:t>development</a:t>
              </a:r>
              <a:r>
                <a:rPr sz="975" b="1" spc="27" dirty="0">
                  <a:latin typeface="Calibri"/>
                  <a:cs typeface="Calibri"/>
                </a:rPr>
                <a:t> </a:t>
              </a:r>
              <a:r>
                <a:rPr sz="975" spc="-11" dirty="0">
                  <a:latin typeface="Calibri"/>
                  <a:cs typeface="Calibri"/>
                </a:rPr>
                <a:t>activities</a:t>
              </a:r>
              <a:r>
                <a:rPr sz="975" spc="542" dirty="0">
                  <a:latin typeface="Calibri"/>
                  <a:cs typeface="Calibri"/>
                </a:rPr>
                <a:t> 	</a:t>
              </a:r>
              <a:r>
                <a:rPr sz="975" dirty="0">
                  <a:latin typeface="Calibri"/>
                  <a:cs typeface="Calibri"/>
                </a:rPr>
                <a:t>including</a:t>
              </a:r>
              <a:r>
                <a:rPr sz="975" spc="5" dirty="0">
                  <a:latin typeface="Calibri"/>
                  <a:cs typeface="Calibri"/>
                </a:rPr>
                <a:t> </a:t>
              </a:r>
              <a:r>
                <a:rPr sz="975" dirty="0">
                  <a:latin typeface="Calibri"/>
                  <a:cs typeface="Calibri"/>
                </a:rPr>
                <a:t>new</a:t>
              </a:r>
              <a:r>
                <a:rPr sz="975" spc="-32" dirty="0">
                  <a:latin typeface="Calibri"/>
                  <a:cs typeface="Calibri"/>
                </a:rPr>
                <a:t> </a:t>
              </a:r>
              <a:r>
                <a:rPr sz="975" spc="-11" dirty="0">
                  <a:latin typeface="Calibri"/>
                  <a:cs typeface="Calibri"/>
                </a:rPr>
                <a:t>technologies,</a:t>
              </a:r>
              <a:r>
                <a:rPr sz="975" spc="-5" dirty="0">
                  <a:latin typeface="Calibri"/>
                  <a:cs typeface="Calibri"/>
                </a:rPr>
                <a:t> </a:t>
              </a:r>
              <a:r>
                <a:rPr sz="975" dirty="0">
                  <a:latin typeface="Calibri"/>
                  <a:cs typeface="Calibri"/>
                </a:rPr>
                <a:t>design </a:t>
              </a:r>
              <a:r>
                <a:rPr sz="975" spc="-54" dirty="0">
                  <a:latin typeface="Calibri"/>
                  <a:cs typeface="Calibri"/>
                </a:rPr>
                <a:t>&amp;</a:t>
              </a:r>
              <a:r>
                <a:rPr sz="975" spc="542" dirty="0">
                  <a:latin typeface="Calibri"/>
                  <a:cs typeface="Calibri"/>
                </a:rPr>
                <a:t> 	</a:t>
              </a:r>
              <a:r>
                <a:rPr sz="975" dirty="0">
                  <a:latin typeface="Calibri"/>
                  <a:cs typeface="Calibri"/>
                </a:rPr>
                <a:t>engineering,</a:t>
              </a:r>
              <a:r>
                <a:rPr sz="975" spc="16" dirty="0">
                  <a:latin typeface="Calibri"/>
                  <a:cs typeface="Calibri"/>
                </a:rPr>
                <a:t> </a:t>
              </a:r>
              <a:r>
                <a:rPr sz="975" dirty="0">
                  <a:latin typeface="Calibri"/>
                  <a:cs typeface="Calibri"/>
                </a:rPr>
                <a:t>process</a:t>
              </a:r>
              <a:r>
                <a:rPr sz="975" spc="-38" dirty="0">
                  <a:latin typeface="Calibri"/>
                  <a:cs typeface="Calibri"/>
                </a:rPr>
                <a:t> </a:t>
              </a:r>
              <a:r>
                <a:rPr sz="975" spc="-11" dirty="0">
                  <a:latin typeface="Calibri"/>
                  <a:cs typeface="Calibri"/>
                </a:rPr>
                <a:t>/product</a:t>
              </a:r>
              <a:r>
                <a:rPr sz="975" spc="-32" dirty="0">
                  <a:latin typeface="Calibri"/>
                  <a:cs typeface="Calibri"/>
                </a:rPr>
                <a:t> </a:t>
              </a:r>
              <a:r>
                <a:rPr sz="975" spc="-11" dirty="0">
                  <a:latin typeface="Calibri"/>
                  <a:cs typeface="Calibri"/>
                </a:rPr>
                <a:t>/design</a:t>
              </a:r>
              <a:r>
                <a:rPr sz="975" spc="542" dirty="0">
                  <a:latin typeface="Calibri"/>
                  <a:cs typeface="Calibri"/>
                </a:rPr>
                <a:t> 	</a:t>
              </a:r>
              <a:r>
                <a:rPr sz="975" spc="-11" dirty="0">
                  <a:latin typeface="Calibri"/>
                  <a:cs typeface="Calibri"/>
                </a:rPr>
                <a:t>improvements</a:t>
              </a:r>
              <a:endParaRPr sz="975" dirty="0">
                <a:latin typeface="Calibri"/>
                <a:cs typeface="Calibri"/>
              </a:endParaRPr>
            </a:p>
            <a:p>
              <a:pPr marL="2632576" marR="5503" indent="-185732" algn="just">
                <a:lnSpc>
                  <a:spcPct val="107100"/>
                </a:lnSpc>
                <a:spcBef>
                  <a:spcPts val="867"/>
                </a:spcBef>
                <a:buFont typeface="Wingdings"/>
                <a:buChar char=""/>
                <a:tabLst>
                  <a:tab pos="2633952" algn="l"/>
                </a:tabLst>
              </a:pPr>
              <a:r>
                <a:rPr sz="975" dirty="0">
                  <a:latin typeface="Calibri"/>
                  <a:cs typeface="Calibri"/>
                </a:rPr>
                <a:t>Research</a:t>
              </a:r>
              <a:r>
                <a:rPr sz="975" spc="65" dirty="0">
                  <a:latin typeface="Calibri"/>
                  <a:cs typeface="Calibri"/>
                </a:rPr>
                <a:t> </a:t>
              </a:r>
              <a:r>
                <a:rPr sz="975" dirty="0">
                  <a:latin typeface="Calibri"/>
                  <a:cs typeface="Calibri"/>
                </a:rPr>
                <a:t>for</a:t>
              </a:r>
              <a:r>
                <a:rPr sz="975" spc="70" dirty="0">
                  <a:latin typeface="Calibri"/>
                  <a:cs typeface="Calibri"/>
                </a:rPr>
                <a:t> </a:t>
              </a:r>
              <a:r>
                <a:rPr sz="975" b="1" dirty="0">
                  <a:latin typeface="Calibri"/>
                  <a:cs typeface="Calibri"/>
                </a:rPr>
                <a:t>increased</a:t>
              </a:r>
              <a:r>
                <a:rPr sz="975" b="1" spc="76" dirty="0">
                  <a:latin typeface="Calibri"/>
                  <a:cs typeface="Calibri"/>
                </a:rPr>
                <a:t> </a:t>
              </a:r>
              <a:r>
                <a:rPr sz="975" b="1" dirty="0">
                  <a:latin typeface="Calibri"/>
                  <a:cs typeface="Calibri"/>
                </a:rPr>
                <a:t>efficiency</a:t>
              </a:r>
              <a:r>
                <a:rPr sz="975" b="1" spc="87" dirty="0">
                  <a:latin typeface="Calibri"/>
                  <a:cs typeface="Calibri"/>
                </a:rPr>
                <a:t> </a:t>
              </a:r>
              <a:r>
                <a:rPr sz="975" b="1" dirty="0">
                  <a:latin typeface="Calibri"/>
                  <a:cs typeface="Calibri"/>
                </a:rPr>
                <a:t>of</a:t>
              </a:r>
              <a:r>
                <a:rPr sz="975" b="1" spc="70" dirty="0">
                  <a:latin typeface="Calibri"/>
                  <a:cs typeface="Calibri"/>
                </a:rPr>
                <a:t> </a:t>
              </a:r>
              <a:r>
                <a:rPr sz="975" b="1" spc="-11" dirty="0">
                  <a:latin typeface="Calibri"/>
                  <a:cs typeface="Calibri"/>
                </a:rPr>
                <a:t>resources</a:t>
              </a:r>
              <a:r>
                <a:rPr sz="975" spc="-11" dirty="0">
                  <a:latin typeface="Calibri"/>
                  <a:cs typeface="Calibri"/>
                </a:rPr>
                <a:t>,</a:t>
              </a:r>
              <a:r>
                <a:rPr sz="975" spc="542" dirty="0">
                  <a:latin typeface="Calibri"/>
                  <a:cs typeface="Calibri"/>
                </a:rPr>
                <a:t> 	</a:t>
              </a:r>
              <a:r>
                <a:rPr sz="975" dirty="0">
                  <a:latin typeface="Calibri"/>
                  <a:cs typeface="Calibri"/>
                </a:rPr>
                <a:t>such</a:t>
              </a:r>
              <a:r>
                <a:rPr sz="975" spc="27" dirty="0">
                  <a:latin typeface="Calibri"/>
                  <a:cs typeface="Calibri"/>
                </a:rPr>
                <a:t> </a:t>
              </a:r>
              <a:r>
                <a:rPr sz="975" dirty="0">
                  <a:latin typeface="Calibri"/>
                  <a:cs typeface="Calibri"/>
                </a:rPr>
                <a:t>as,</a:t>
              </a:r>
              <a:r>
                <a:rPr sz="975" spc="32" dirty="0">
                  <a:latin typeface="Calibri"/>
                  <a:cs typeface="Calibri"/>
                </a:rPr>
                <a:t> </a:t>
              </a:r>
              <a:r>
                <a:rPr sz="975" dirty="0">
                  <a:latin typeface="Calibri"/>
                  <a:cs typeface="Calibri"/>
                </a:rPr>
                <a:t>capital</a:t>
              </a:r>
              <a:r>
                <a:rPr sz="975" spc="27" dirty="0">
                  <a:latin typeface="Calibri"/>
                  <a:cs typeface="Calibri"/>
                </a:rPr>
                <a:t> </a:t>
              </a:r>
              <a:r>
                <a:rPr sz="975" dirty="0">
                  <a:latin typeface="Calibri"/>
                  <a:cs typeface="Calibri"/>
                </a:rPr>
                <a:t>equipment,</a:t>
              </a:r>
              <a:r>
                <a:rPr sz="975" spc="43" dirty="0">
                  <a:latin typeface="Calibri"/>
                  <a:cs typeface="Calibri"/>
                </a:rPr>
                <a:t> </a:t>
              </a:r>
              <a:r>
                <a:rPr sz="975" dirty="0">
                  <a:latin typeface="Calibri"/>
                  <a:cs typeface="Calibri"/>
                </a:rPr>
                <a:t>materials</a:t>
              </a:r>
              <a:r>
                <a:rPr sz="975" spc="27" dirty="0">
                  <a:latin typeface="Calibri"/>
                  <a:cs typeface="Calibri"/>
                </a:rPr>
                <a:t> </a:t>
              </a:r>
              <a:r>
                <a:rPr sz="975" dirty="0">
                  <a:latin typeface="Calibri"/>
                  <a:cs typeface="Calibri"/>
                </a:rPr>
                <a:t>&amp;</a:t>
              </a:r>
              <a:r>
                <a:rPr sz="975" spc="38" dirty="0">
                  <a:latin typeface="Calibri"/>
                  <a:cs typeface="Calibri"/>
                </a:rPr>
                <a:t> </a:t>
              </a:r>
              <a:r>
                <a:rPr sz="975" spc="-11" dirty="0">
                  <a:latin typeface="Calibri"/>
                  <a:cs typeface="Calibri"/>
                </a:rPr>
                <a:t>energy;</a:t>
              </a:r>
              <a:r>
                <a:rPr sz="975" spc="542" dirty="0">
                  <a:latin typeface="Calibri"/>
                  <a:cs typeface="Calibri"/>
                </a:rPr>
                <a:t> 	</a:t>
              </a:r>
              <a:r>
                <a:rPr sz="975" dirty="0">
                  <a:latin typeface="Calibri"/>
                  <a:cs typeface="Calibri"/>
                </a:rPr>
                <a:t>pollution</a:t>
              </a:r>
              <a:r>
                <a:rPr sz="975" spc="-22" dirty="0">
                  <a:latin typeface="Calibri"/>
                  <a:cs typeface="Calibri"/>
                </a:rPr>
                <a:t> </a:t>
              </a:r>
              <a:r>
                <a:rPr sz="975" dirty="0">
                  <a:latin typeface="Calibri"/>
                  <a:cs typeface="Calibri"/>
                </a:rPr>
                <a:t>control,</a:t>
              </a:r>
              <a:r>
                <a:rPr sz="975" spc="-11" dirty="0">
                  <a:latin typeface="Calibri"/>
                  <a:cs typeface="Calibri"/>
                </a:rPr>
                <a:t> effluent</a:t>
              </a:r>
              <a:r>
                <a:rPr sz="975" spc="-16" dirty="0">
                  <a:latin typeface="Calibri"/>
                  <a:cs typeface="Calibri"/>
                </a:rPr>
                <a:t> </a:t>
              </a:r>
              <a:r>
                <a:rPr sz="975" dirty="0">
                  <a:latin typeface="Calibri"/>
                  <a:cs typeface="Calibri"/>
                </a:rPr>
                <a:t>treatment</a:t>
              </a:r>
              <a:r>
                <a:rPr sz="975" spc="-16" dirty="0">
                  <a:latin typeface="Calibri"/>
                  <a:cs typeface="Calibri"/>
                </a:rPr>
                <a:t> </a:t>
              </a:r>
              <a:r>
                <a:rPr sz="975" dirty="0">
                  <a:latin typeface="Calibri"/>
                  <a:cs typeface="Calibri"/>
                </a:rPr>
                <a:t>&amp;</a:t>
              </a:r>
              <a:r>
                <a:rPr sz="975" spc="-16" dirty="0">
                  <a:latin typeface="Calibri"/>
                  <a:cs typeface="Calibri"/>
                </a:rPr>
                <a:t> </a:t>
              </a:r>
              <a:r>
                <a:rPr sz="975" spc="-11" dirty="0">
                  <a:latin typeface="Calibri"/>
                  <a:cs typeface="Calibri"/>
                </a:rPr>
                <a:t>recycling</a:t>
              </a:r>
              <a:r>
                <a:rPr sz="975" spc="542" dirty="0">
                  <a:latin typeface="Calibri"/>
                  <a:cs typeface="Calibri"/>
                </a:rPr>
                <a:t> 	</a:t>
              </a:r>
              <a:r>
                <a:rPr sz="975" dirty="0">
                  <a:latin typeface="Calibri"/>
                  <a:cs typeface="Calibri"/>
                </a:rPr>
                <a:t>of</a:t>
              </a:r>
              <a:r>
                <a:rPr sz="975" spc="-16" dirty="0">
                  <a:latin typeface="Calibri"/>
                  <a:cs typeface="Calibri"/>
                </a:rPr>
                <a:t> </a:t>
              </a:r>
              <a:r>
                <a:rPr sz="975" spc="-11" dirty="0">
                  <a:latin typeface="Calibri"/>
                  <a:cs typeface="Calibri"/>
                </a:rPr>
                <a:t>waste</a:t>
              </a:r>
              <a:r>
                <a:rPr sz="975" spc="-5" dirty="0">
                  <a:latin typeface="Calibri"/>
                  <a:cs typeface="Calibri"/>
                </a:rPr>
                <a:t> </a:t>
              </a:r>
              <a:r>
                <a:rPr sz="975" spc="-11" dirty="0">
                  <a:latin typeface="Calibri"/>
                  <a:cs typeface="Calibri"/>
                </a:rPr>
                <a:t>products/other</a:t>
              </a:r>
              <a:r>
                <a:rPr sz="975" dirty="0">
                  <a:latin typeface="Calibri"/>
                  <a:cs typeface="Calibri"/>
                </a:rPr>
                <a:t> areas of</a:t>
              </a:r>
              <a:r>
                <a:rPr sz="975" spc="-16" dirty="0">
                  <a:latin typeface="Calibri"/>
                  <a:cs typeface="Calibri"/>
                </a:rPr>
                <a:t> </a:t>
              </a:r>
              <a:r>
                <a:rPr sz="975" spc="-11" dirty="0">
                  <a:latin typeface="Calibri"/>
                  <a:cs typeface="Calibri"/>
                </a:rPr>
                <a:t>research.</a:t>
              </a:r>
              <a:endParaRPr sz="975" dirty="0">
                <a:latin typeface="Calibri"/>
                <a:cs typeface="Calibri"/>
              </a:endParaRPr>
            </a:p>
          </p:txBody>
        </p:sp>
        <p:sp>
          <p:nvSpPr>
            <p:cNvPr id="27" name="object 27"/>
            <p:cNvSpPr txBox="1"/>
            <p:nvPr/>
          </p:nvSpPr>
          <p:spPr>
            <a:xfrm>
              <a:off x="5845228" y="1445406"/>
              <a:ext cx="2321719" cy="248049"/>
            </a:xfrm>
            <a:prstGeom prst="rect">
              <a:avLst/>
            </a:prstGeom>
          </p:spPr>
          <p:txBody>
            <a:bodyPr vert="horz" wrap="square" lIns="0" tIns="14446" rIns="0" bIns="0" rtlCol="0">
              <a:spAutoFit/>
            </a:bodyPr>
            <a:lstStyle/>
            <a:p>
              <a:pPr>
                <a:spcBef>
                  <a:spcPts val="114"/>
                </a:spcBef>
              </a:pPr>
              <a:r>
                <a:rPr sz="1517" dirty="0">
                  <a:solidFill>
                    <a:srgbClr val="FFFFFF"/>
                  </a:solidFill>
                  <a:latin typeface="Calibri"/>
                  <a:cs typeface="Calibri"/>
                </a:rPr>
                <a:t>TCS</a:t>
              </a:r>
              <a:r>
                <a:rPr sz="1517" spc="-32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517" spc="-11" dirty="0">
                  <a:solidFill>
                    <a:srgbClr val="FFFFFF"/>
                  </a:solidFill>
                  <a:latin typeface="Calibri"/>
                  <a:cs typeface="Calibri"/>
                </a:rPr>
                <a:t>Research</a:t>
              </a:r>
              <a:r>
                <a:rPr sz="1517" spc="-43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517" dirty="0">
                  <a:solidFill>
                    <a:srgbClr val="FFFFFF"/>
                  </a:solidFill>
                  <a:latin typeface="Calibri"/>
                  <a:cs typeface="Calibri"/>
                </a:rPr>
                <a:t>Areas</a:t>
              </a:r>
              <a:r>
                <a:rPr sz="1517" spc="-38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517" dirty="0">
                  <a:solidFill>
                    <a:srgbClr val="FFFFFF"/>
                  </a:solidFill>
                  <a:latin typeface="Calibri"/>
                  <a:cs typeface="Calibri"/>
                </a:rPr>
                <a:t>with</a:t>
              </a:r>
              <a:r>
                <a:rPr sz="1517" spc="-32" dirty="0">
                  <a:solidFill>
                    <a:srgbClr val="FFFFFF"/>
                  </a:solidFill>
                  <a:latin typeface="Calibri"/>
                  <a:cs typeface="Calibri"/>
                </a:rPr>
                <a:t> </a:t>
              </a:r>
              <a:r>
                <a:rPr sz="1517" spc="-22" dirty="0">
                  <a:solidFill>
                    <a:srgbClr val="FFFFFF"/>
                  </a:solidFill>
                  <a:latin typeface="Calibri"/>
                  <a:cs typeface="Calibri"/>
                </a:rPr>
                <a:t>IITM</a:t>
              </a:r>
              <a:endParaRPr sz="1517">
                <a:latin typeface="Calibri"/>
                <a:cs typeface="Calibri"/>
              </a:endParaRPr>
            </a:p>
          </p:txBody>
        </p:sp>
      </p:grpSp>
      <p:pic>
        <p:nvPicPr>
          <p:cNvPr id="29" name="Picture 28">
            <a:extLst>
              <a:ext uri="{FF2B5EF4-FFF2-40B4-BE49-F238E27FC236}">
                <a16:creationId xmlns:a16="http://schemas.microsoft.com/office/drawing/2014/main" id="{54C54AB2-A0CE-14DB-AFA6-35EE101D1A4B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08536" y="6386635"/>
            <a:ext cx="1292464" cy="310923"/>
          </a:xfrm>
          <a:prstGeom prst="rect">
            <a:avLst/>
          </a:prstGeom>
        </p:spPr>
      </p:pic>
      <p:grpSp>
        <p:nvGrpSpPr>
          <p:cNvPr id="40" name="Group 39">
            <a:extLst>
              <a:ext uri="{FF2B5EF4-FFF2-40B4-BE49-F238E27FC236}">
                <a16:creationId xmlns:a16="http://schemas.microsoft.com/office/drawing/2014/main" id="{A69303C5-1619-68B2-D75B-20DAF5871D8E}"/>
              </a:ext>
            </a:extLst>
          </p:cNvPr>
          <p:cNvGrpSpPr/>
          <p:nvPr/>
        </p:nvGrpSpPr>
        <p:grpSpPr>
          <a:xfrm>
            <a:off x="4617109" y="1732849"/>
            <a:ext cx="5065298" cy="1140436"/>
            <a:chOff x="4607382" y="1869036"/>
            <a:chExt cx="5065298" cy="1140436"/>
          </a:xfrm>
        </p:grpSpPr>
        <p:sp>
          <p:nvSpPr>
            <p:cNvPr id="34" name="Rectangle: Rounded Corners 33">
              <a:extLst>
                <a:ext uri="{FF2B5EF4-FFF2-40B4-BE49-F238E27FC236}">
                  <a16:creationId xmlns:a16="http://schemas.microsoft.com/office/drawing/2014/main" id="{D100F7AF-61CA-EF65-C883-6F5309F7F5FA}"/>
                </a:ext>
              </a:extLst>
            </p:cNvPr>
            <p:cNvSpPr/>
            <p:nvPr/>
          </p:nvSpPr>
          <p:spPr>
            <a:xfrm>
              <a:off x="4607382" y="1869036"/>
              <a:ext cx="2304530" cy="28696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IN" sz="900" dirty="0">
                  <a:solidFill>
                    <a:schemeClr val="tx2"/>
                  </a:solidFill>
                  <a:latin typeface="Calibri (MS) Bold"/>
                  <a:cs typeface="Calibri"/>
                </a:rPr>
                <a:t>Data</a:t>
              </a:r>
              <a:r>
                <a:rPr lang="en-IN" sz="900" spc="-60" dirty="0">
                  <a:solidFill>
                    <a:schemeClr val="tx2"/>
                  </a:solidFill>
                  <a:latin typeface="Calibri (MS) Bold"/>
                  <a:cs typeface="Calibri"/>
                </a:rPr>
                <a:t> </a:t>
              </a:r>
              <a:r>
                <a:rPr lang="en-IN" sz="900" dirty="0">
                  <a:solidFill>
                    <a:schemeClr val="tx2"/>
                  </a:solidFill>
                  <a:latin typeface="Calibri (MS) Bold"/>
                  <a:cs typeface="Calibri"/>
                </a:rPr>
                <a:t>Centre</a:t>
              </a:r>
              <a:r>
                <a:rPr lang="en-IN" sz="900" spc="-40" dirty="0">
                  <a:solidFill>
                    <a:schemeClr val="tx2"/>
                  </a:solidFill>
                  <a:latin typeface="Calibri (MS) Bold"/>
                  <a:cs typeface="Calibri"/>
                </a:rPr>
                <a:t> </a:t>
              </a:r>
              <a:r>
                <a:rPr lang="en-IN" sz="900" dirty="0">
                  <a:solidFill>
                    <a:schemeClr val="tx2"/>
                  </a:solidFill>
                  <a:latin typeface="Calibri (MS) Bold"/>
                  <a:cs typeface="Calibri"/>
                </a:rPr>
                <a:t>Power</a:t>
              </a:r>
              <a:r>
                <a:rPr lang="en-IN" sz="900" spc="-45" dirty="0">
                  <a:solidFill>
                    <a:schemeClr val="tx2"/>
                  </a:solidFill>
                  <a:latin typeface="Calibri (MS) Bold"/>
                  <a:cs typeface="Calibri"/>
                </a:rPr>
                <a:t> </a:t>
              </a:r>
              <a:r>
                <a:rPr lang="en-IN" sz="900" spc="-10" dirty="0">
                  <a:solidFill>
                    <a:schemeClr val="tx2"/>
                  </a:solidFill>
                  <a:latin typeface="Calibri (MS) Bold"/>
                  <a:cs typeface="Calibri"/>
                </a:rPr>
                <a:t>Reduction</a:t>
              </a:r>
              <a:endParaRPr lang="en-IN" sz="900" dirty="0">
                <a:solidFill>
                  <a:schemeClr val="tx2"/>
                </a:solidFill>
                <a:latin typeface="Calibri (MS) Bold"/>
                <a:cs typeface="Calibri"/>
              </a:endParaRP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1296B0F3-866D-519B-9628-385FA0DE0428}"/>
                </a:ext>
              </a:extLst>
            </p:cNvPr>
            <p:cNvSpPr/>
            <p:nvPr/>
          </p:nvSpPr>
          <p:spPr>
            <a:xfrm>
              <a:off x="7368150" y="1869036"/>
              <a:ext cx="2304530" cy="28696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566420" marR="0" lvl="0" indent="0" defTabSz="914400" eaLnBrk="1" fontAlgn="auto" latinLnBrk="0" hangingPunct="1">
                <a:lnSpc>
                  <a:spcPct val="100000"/>
                </a:lnSpc>
                <a:spcBef>
                  <a:spcPts val="41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900" spc="-10" dirty="0">
                  <a:solidFill>
                    <a:schemeClr val="tx2"/>
                  </a:solidFill>
                  <a:latin typeface="Calibri (MS) Bold"/>
                  <a:cs typeface="Calibri"/>
                </a:rPr>
                <a:t>Smart Water Network</a:t>
              </a:r>
            </a:p>
          </p:txBody>
        </p:sp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B66C0756-4AF3-0B9B-9344-25F0D7BB4A0E}"/>
                </a:ext>
              </a:extLst>
            </p:cNvPr>
            <p:cNvSpPr/>
            <p:nvPr/>
          </p:nvSpPr>
          <p:spPr>
            <a:xfrm>
              <a:off x="4617441" y="2316433"/>
              <a:ext cx="2304530" cy="28696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900" dirty="0">
                  <a:solidFill>
                    <a:schemeClr val="tx2"/>
                  </a:solidFill>
                  <a:latin typeface="Calibri (MS) Bold"/>
                  <a:cs typeface="Calibri"/>
                </a:rPr>
                <a:t>Energy Consumption in High Rise Building</a:t>
              </a:r>
              <a:endParaRPr lang="en-IN" sz="900" dirty="0">
                <a:solidFill>
                  <a:schemeClr val="tx2"/>
                </a:solidFill>
                <a:latin typeface="Calibri (MS) Bold"/>
                <a:cs typeface="Calibri"/>
              </a:endParaRPr>
            </a:p>
          </p:txBody>
        </p:sp>
        <p:sp>
          <p:nvSpPr>
            <p:cNvPr id="38" name="Rectangle: Rounded Corners 37">
              <a:extLst>
                <a:ext uri="{FF2B5EF4-FFF2-40B4-BE49-F238E27FC236}">
                  <a16:creationId xmlns:a16="http://schemas.microsoft.com/office/drawing/2014/main" id="{50FF13CD-BF7A-F8F0-FE0C-B71001BCDAE8}"/>
                </a:ext>
              </a:extLst>
            </p:cNvPr>
            <p:cNvSpPr/>
            <p:nvPr/>
          </p:nvSpPr>
          <p:spPr>
            <a:xfrm>
              <a:off x="7368150" y="2322142"/>
              <a:ext cx="2304530" cy="28696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95"/>
                </a:spcBef>
                <a:spcAft>
                  <a:spcPts val="0"/>
                </a:spcAft>
                <a:buClrTx/>
                <a:buSzTx/>
                <a:buFontTx/>
                <a:buNone/>
                <a:tabLst>
                  <a:tab pos="3192145" algn="l"/>
                </a:tabLst>
                <a:defRPr/>
              </a:pPr>
              <a:r>
                <a:rPr lang="en-IN" sz="900" dirty="0">
                  <a:solidFill>
                    <a:schemeClr val="tx2"/>
                  </a:solidFill>
                  <a:latin typeface="Calibri (MS) Bold"/>
                  <a:cs typeface="Calibri"/>
                </a:rPr>
                <a:t>Drug Design</a:t>
              </a:r>
            </a:p>
          </p:txBody>
        </p:sp>
        <p:sp>
          <p:nvSpPr>
            <p:cNvPr id="39" name="Rectangle: Rounded Corners 38">
              <a:extLst>
                <a:ext uri="{FF2B5EF4-FFF2-40B4-BE49-F238E27FC236}">
                  <a16:creationId xmlns:a16="http://schemas.microsoft.com/office/drawing/2014/main" id="{14E37EB0-9296-C9F8-5286-08E4C04C3F63}"/>
                </a:ext>
              </a:extLst>
            </p:cNvPr>
            <p:cNvSpPr/>
            <p:nvPr/>
          </p:nvSpPr>
          <p:spPr>
            <a:xfrm>
              <a:off x="5994905" y="2722512"/>
              <a:ext cx="2304530" cy="286960"/>
            </a:xfrm>
            <a:prstGeom prst="roundRect">
              <a:avLst/>
            </a:prstGeom>
            <a:solidFill>
              <a:schemeClr val="tx2">
                <a:lumMod val="20000"/>
                <a:lumOff val="80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21590" marR="0" lvl="0" indent="0" algn="ctr" defTabSz="914400" eaLnBrk="1" fontAlgn="auto" latinLnBrk="0" hangingPunct="1">
                <a:lnSpc>
                  <a:spcPct val="100000"/>
                </a:lnSpc>
                <a:spcBef>
                  <a:spcPts val="5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lang="en-IN" sz="900" dirty="0">
                  <a:solidFill>
                    <a:schemeClr val="tx2"/>
                  </a:solidFill>
                  <a:latin typeface="Calibri (MS) Bold"/>
                  <a:cs typeface="Calibri"/>
                </a:rPr>
                <a:t>Consumer business price dynamics</a:t>
              </a:r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0DB620-47B4-4C8D-3A8E-ABEACBC6E10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915" y="321747"/>
            <a:ext cx="4457700" cy="762000"/>
          </a:xfrm>
        </p:spPr>
        <p:txBody>
          <a:bodyPr/>
          <a:lstStyle/>
          <a:p>
            <a:pPr algn="l"/>
            <a:r>
              <a:rPr lang="en-IN" dirty="0"/>
              <a:t>Collaborative</a:t>
            </a:r>
            <a:r>
              <a:rPr lang="en-IN" spc="5" dirty="0"/>
              <a:t> </a:t>
            </a:r>
            <a:r>
              <a:rPr lang="en-IN" dirty="0"/>
              <a:t>R&amp;I</a:t>
            </a:r>
            <a:r>
              <a:rPr lang="en-IN" spc="-15" dirty="0"/>
              <a:t> </a:t>
            </a:r>
            <a:r>
              <a:rPr lang="en-IN" dirty="0"/>
              <a:t>:</a:t>
            </a:r>
            <a:r>
              <a:rPr lang="en-IN" spc="-10" dirty="0"/>
              <a:t> </a:t>
            </a:r>
            <a:r>
              <a:rPr lang="en-IN" spc="-20" dirty="0"/>
              <a:t>TCS-</a:t>
            </a:r>
            <a:r>
              <a:rPr lang="en-IN" dirty="0"/>
              <a:t>IIT</a:t>
            </a:r>
            <a:r>
              <a:rPr lang="en-IN" spc="-20" dirty="0"/>
              <a:t> </a:t>
            </a:r>
            <a:r>
              <a:rPr lang="en-IN" spc="-10" dirty="0"/>
              <a:t>Madras</a:t>
            </a:r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24289F3-2B91-3396-585C-0A5878FEF2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43217" y="444393"/>
            <a:ext cx="2016868" cy="5167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0F13C61-77FF-775C-A482-2480DE61BCE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972060" y="305738"/>
            <a:ext cx="771157" cy="771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97501242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85</TotalTime>
  <Words>919</Words>
  <Application>Microsoft Office PowerPoint</Application>
  <PresentationFormat>A4 Paper (210x297 mm)</PresentationFormat>
  <Paragraphs>172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8" baseType="lpstr">
      <vt:lpstr>Arial</vt:lpstr>
      <vt:lpstr>Arimo</vt:lpstr>
      <vt:lpstr>Calibri</vt:lpstr>
      <vt:lpstr>Calibri (MS)</vt:lpstr>
      <vt:lpstr>Calibri (MS) Bold</vt:lpstr>
      <vt:lpstr>Cambria</vt:lpstr>
      <vt:lpstr>Times New Roman</vt:lpstr>
      <vt:lpstr>TT Rounds Condensed</vt:lpstr>
      <vt:lpstr>Wingdings</vt:lpstr>
      <vt:lpstr>1_Office Theme</vt:lpstr>
      <vt:lpstr>PowerPoint Presentation</vt:lpstr>
      <vt:lpstr>PowerPoint Presentation</vt:lpstr>
      <vt:lpstr>Customer-centricity – TCS Chennai</vt:lpstr>
      <vt:lpstr>Google Garage : TCS Cloud Lab, Culture of Innovation</vt:lpstr>
      <vt:lpstr>BFSI Intelligent Xperience - IBM RedHat GenAI Experience Center</vt:lpstr>
      <vt:lpstr>BFSI Innovation Space</vt:lpstr>
      <vt:lpstr>Research and Innovation : TCS and IIT Madras Partnership</vt:lpstr>
      <vt:lpstr>Collaborative R&amp;I : TCS-IIT Madras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ANAND H</dc:creator>
  <cp:lastModifiedBy>ANAND H</cp:lastModifiedBy>
  <cp:revision>1</cp:revision>
  <dcterms:created xsi:type="dcterms:W3CDTF">2025-11-03T16:20:37Z</dcterms:created>
  <dcterms:modified xsi:type="dcterms:W3CDTF">2025-11-03T17:45:48Z</dcterms:modified>
</cp:coreProperties>
</file>